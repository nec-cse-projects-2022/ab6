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Neue Haas Grotesk Text Pro" panose="020B0504020202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084A8-2E38-40D9-9B78-F50138B7B455}" v="87" dt="2025-11-12T16:25:03.044"/>
    <p1510:client id="{A594E8F3-C2A2-495A-8BF2-9BB1E5C3198B}" v="157" dt="2025-11-13T06:30:16.255"/>
    <p1510:client id="{BA9E2AE2-F41D-4156-A10C-D2E947C8BB75}" v="55" dt="2025-11-12T15:21:26.410"/>
    <p1510:client id="{C99A3439-18BC-44BB-8BE3-6E0E06455AD4}" v="231" dt="2025-11-12T15:51:25.509"/>
    <p1510:client id="{D1469991-ADBC-4F1D-9BB7-8765AD37D599}" v="387" dt="2025-11-12T16:15:00.417"/>
    <p1510:client id="{FCE2A443-A839-49AA-8D6F-E5176A9755F4}" v="75" dt="2025-11-13T06:35:45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740" y="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LAM Thirupatamma" userId="b87cf864dc0d41c6" providerId="Windows Live" clId="Web-{FCE2A443-A839-49AA-8D6F-E5176A9755F4}"/>
    <pc:docChg chg="modSld">
      <pc:chgData name="KALLAM Thirupatamma" userId="b87cf864dc0d41c6" providerId="Windows Live" clId="Web-{FCE2A443-A839-49AA-8D6F-E5176A9755F4}" dt="2025-11-13T06:35:45.920" v="55" actId="20577"/>
      <pc:docMkLst>
        <pc:docMk/>
      </pc:docMkLst>
      <pc:sldChg chg="modSp">
        <pc:chgData name="KALLAM Thirupatamma" userId="b87cf864dc0d41c6" providerId="Windows Live" clId="Web-{FCE2A443-A839-49AA-8D6F-E5176A9755F4}" dt="2025-11-13T06:35:45.920" v="55" actId="20577"/>
        <pc:sldMkLst>
          <pc:docMk/>
          <pc:sldMk cId="0" sldId="256"/>
        </pc:sldMkLst>
        <pc:spChg chg="mod">
          <ac:chgData name="KALLAM Thirupatamma" userId="b87cf864dc0d41c6" providerId="Windows Live" clId="Web-{FCE2A443-A839-49AA-8D6F-E5176A9755F4}" dt="2025-11-13T06:35:45.920" v="55" actId="20577"/>
          <ac:spMkLst>
            <pc:docMk/>
            <pc:sldMk cId="0" sldId="256"/>
            <ac:spMk id="8" creationId="{D61EBE9C-0BFD-1DA5-9C32-6471C5E5493D}"/>
          </ac:spMkLst>
        </pc:spChg>
      </pc:sldChg>
      <pc:sldChg chg="modSp">
        <pc:chgData name="KALLAM Thirupatamma" userId="b87cf864dc0d41c6" providerId="Windows Live" clId="Web-{FCE2A443-A839-49AA-8D6F-E5176A9755F4}" dt="2025-11-13T06:35:39.826" v="53" actId="20577"/>
        <pc:sldMkLst>
          <pc:docMk/>
          <pc:sldMk cId="0" sldId="257"/>
        </pc:sldMkLst>
        <pc:spChg chg="mod">
          <ac:chgData name="KALLAM Thirupatamma" userId="b87cf864dc0d41c6" providerId="Windows Live" clId="Web-{FCE2A443-A839-49AA-8D6F-E5176A9755F4}" dt="2025-11-13T06:35:39.826" v="53" actId="20577"/>
          <ac:spMkLst>
            <pc:docMk/>
            <pc:sldMk cId="0" sldId="257"/>
            <ac:spMk id="13" creationId="{3908F901-D551-E680-4635-D9D6FD773EC7}"/>
          </ac:spMkLst>
        </pc:spChg>
      </pc:sldChg>
      <pc:sldChg chg="addSp delSp modSp">
        <pc:chgData name="KALLAM Thirupatamma" userId="b87cf864dc0d41c6" providerId="Windows Live" clId="Web-{FCE2A443-A839-49AA-8D6F-E5176A9755F4}" dt="2025-11-13T06:34:38.307" v="30" actId="20577"/>
        <pc:sldMkLst>
          <pc:docMk/>
          <pc:sldMk cId="3726933207" sldId="265"/>
        </pc:sldMkLst>
        <pc:spChg chg="add mod">
          <ac:chgData name="KALLAM Thirupatamma" userId="b87cf864dc0d41c6" providerId="Windows Live" clId="Web-{FCE2A443-A839-49AA-8D6F-E5176A9755F4}" dt="2025-11-13T06:32:59.505" v="9" actId="14100"/>
          <ac:spMkLst>
            <pc:docMk/>
            <pc:sldMk cId="3726933207" sldId="265"/>
            <ac:spMk id="8" creationId="{505F3442-8F92-F17F-C3D5-02FA14D7FA10}"/>
          </ac:spMkLst>
        </pc:spChg>
        <pc:spChg chg="add del mod">
          <ac:chgData name="KALLAM Thirupatamma" userId="b87cf864dc0d41c6" providerId="Windows Live" clId="Web-{FCE2A443-A839-49AA-8D6F-E5176A9755F4}" dt="2025-11-13T06:33:18.225" v="13"/>
          <ac:spMkLst>
            <pc:docMk/>
            <pc:sldMk cId="3726933207" sldId="265"/>
            <ac:spMk id="9" creationId="{E7B89AD7-11BE-09F1-D877-46C75C446727}"/>
          </ac:spMkLst>
        </pc:spChg>
        <pc:spChg chg="add mod">
          <ac:chgData name="KALLAM Thirupatamma" userId="b87cf864dc0d41c6" providerId="Windows Live" clId="Web-{FCE2A443-A839-49AA-8D6F-E5176A9755F4}" dt="2025-11-13T06:34:38.307" v="30" actId="20577"/>
          <ac:spMkLst>
            <pc:docMk/>
            <pc:sldMk cId="3726933207" sldId="265"/>
            <ac:spMk id="10" creationId="{78A9A1CA-FAED-6CE1-4EB3-51DDD65D6D90}"/>
          </ac:spMkLst>
        </pc:spChg>
        <pc:picChg chg="del">
          <ac:chgData name="KALLAM Thirupatamma" userId="b87cf864dc0d41c6" providerId="Windows Live" clId="Web-{FCE2A443-A839-49AA-8D6F-E5176A9755F4}" dt="2025-11-13T06:31:37.999" v="0"/>
          <ac:picMkLst>
            <pc:docMk/>
            <pc:sldMk cId="3726933207" sldId="265"/>
            <ac:picMk id="6" creationId="{AA578B33-D30A-0A13-F01E-3643B5888C2F}"/>
          </ac:picMkLst>
        </pc:picChg>
        <pc:picChg chg="add del mod">
          <ac:chgData name="KALLAM Thirupatamma" userId="b87cf864dc0d41c6" providerId="Windows Live" clId="Web-{FCE2A443-A839-49AA-8D6F-E5176A9755F4}" dt="2025-11-13T06:32:33.722" v="5"/>
          <ac:picMkLst>
            <pc:docMk/>
            <pc:sldMk cId="3726933207" sldId="265"/>
            <ac:picMk id="7" creationId="{5AA38724-9881-8F51-B4CB-C61F0AD54D22}"/>
          </ac:picMkLst>
        </pc:picChg>
        <pc:picChg chg="add mod">
          <ac:chgData name="KALLAM Thirupatamma" userId="b87cf864dc0d41c6" providerId="Windows Live" clId="Web-{FCE2A443-A839-49AA-8D6F-E5176A9755F4}" dt="2025-11-13T06:34:20.213" v="28" actId="1076"/>
          <ac:picMkLst>
            <pc:docMk/>
            <pc:sldMk cId="3726933207" sldId="265"/>
            <ac:picMk id="11" creationId="{D8FC51EC-E5DC-F826-C572-5503FEE79FB2}"/>
          </ac:picMkLst>
        </pc:picChg>
      </pc:sldChg>
      <pc:sldChg chg="addSp delSp modSp">
        <pc:chgData name="KALLAM Thirupatamma" userId="b87cf864dc0d41c6" providerId="Windows Live" clId="Web-{FCE2A443-A839-49AA-8D6F-E5176A9755F4}" dt="2025-11-13T06:35:29.419" v="49" actId="14100"/>
        <pc:sldMkLst>
          <pc:docMk/>
          <pc:sldMk cId="3526495691" sldId="269"/>
        </pc:sldMkLst>
        <pc:spChg chg="add del mod">
          <ac:chgData name="KALLAM Thirupatamma" userId="b87cf864dc0d41c6" providerId="Windows Live" clId="Web-{FCE2A443-A839-49AA-8D6F-E5176A9755F4}" dt="2025-11-13T06:34:58.840" v="36"/>
          <ac:spMkLst>
            <pc:docMk/>
            <pc:sldMk cId="3526495691" sldId="269"/>
            <ac:spMk id="2" creationId="{793A5908-A6C9-CEEA-3BA8-A6B85E089159}"/>
          </ac:spMkLst>
        </pc:spChg>
        <pc:spChg chg="add mod">
          <ac:chgData name="KALLAM Thirupatamma" userId="b87cf864dc0d41c6" providerId="Windows Live" clId="Web-{FCE2A443-A839-49AA-8D6F-E5176A9755F4}" dt="2025-11-13T06:35:29.419" v="49" actId="14100"/>
          <ac:spMkLst>
            <pc:docMk/>
            <pc:sldMk cId="3526495691" sldId="269"/>
            <ac:spMk id="4" creationId="{2EC294EE-4894-5D36-F3E5-532026C8BCB5}"/>
          </ac:spMkLst>
        </pc:spChg>
      </pc:sldChg>
    </pc:docChg>
  </pc:docChgLst>
  <pc:docChgLst>
    <pc:chgData name="KALLAM Thirupatamma" userId="b87cf864dc0d41c6" providerId="Windows Live" clId="Web-{5BEBF609-668C-4388-99B9-1D97FF873F36}"/>
    <pc:docChg chg="modSld">
      <pc:chgData name="KALLAM Thirupatamma" userId="b87cf864dc0d41c6" providerId="Windows Live" clId="Web-{5BEBF609-668C-4388-99B9-1D97FF873F36}" dt="2025-11-12T15:17:54.781" v="0"/>
      <pc:docMkLst>
        <pc:docMk/>
      </pc:docMkLst>
      <pc:sldChg chg="addSp modSp mod setBg">
        <pc:chgData name="KALLAM Thirupatamma" userId="b87cf864dc0d41c6" providerId="Windows Live" clId="Web-{5BEBF609-668C-4388-99B9-1D97FF873F36}" dt="2025-11-12T15:17:54.781" v="0"/>
        <pc:sldMkLst>
          <pc:docMk/>
          <pc:sldMk cId="260557168" sldId="258"/>
        </pc:sldMkLst>
        <pc:spChg chg="mod">
          <ac:chgData name="KALLAM Thirupatamma" userId="b87cf864dc0d41c6" providerId="Windows Live" clId="Web-{5BEBF609-668C-4388-99B9-1D97FF873F36}" dt="2025-11-12T15:17:54.781" v="0"/>
          <ac:spMkLst>
            <pc:docMk/>
            <pc:sldMk cId="260557168" sldId="258"/>
            <ac:spMk id="7" creationId="{1C76305C-93EC-B184-9854-FE1822BF0287}"/>
          </ac:spMkLst>
        </pc:spChg>
        <pc:spChg chg="mod">
          <ac:chgData name="KALLAM Thirupatamma" userId="b87cf864dc0d41c6" providerId="Windows Live" clId="Web-{5BEBF609-668C-4388-99B9-1D97FF873F36}" dt="2025-11-12T15:17:54.781" v="0"/>
          <ac:spMkLst>
            <pc:docMk/>
            <pc:sldMk cId="260557168" sldId="258"/>
            <ac:spMk id="11" creationId="{A4DC811E-FD40-B021-2BC3-0295CBA99DE0}"/>
          </ac:spMkLst>
        </pc:spChg>
        <pc:spChg chg="add">
          <ac:chgData name="KALLAM Thirupatamma" userId="b87cf864dc0d41c6" providerId="Windows Live" clId="Web-{5BEBF609-668C-4388-99B9-1D97FF873F36}" dt="2025-11-12T15:17:54.781" v="0"/>
          <ac:spMkLst>
            <pc:docMk/>
            <pc:sldMk cId="260557168" sldId="258"/>
            <ac:spMk id="16" creationId="{5A0118C5-4F8D-4CF4-BADD-53FEACC6C42A}"/>
          </ac:spMkLst>
        </pc:spChg>
        <pc:spChg chg="add">
          <ac:chgData name="KALLAM Thirupatamma" userId="b87cf864dc0d41c6" providerId="Windows Live" clId="Web-{5BEBF609-668C-4388-99B9-1D97FF873F36}" dt="2025-11-12T15:17:54.781" v="0"/>
          <ac:spMkLst>
            <pc:docMk/>
            <pc:sldMk cId="260557168" sldId="258"/>
            <ac:spMk id="26" creationId="{EAED1919-54A1-41C9-B30B-A3FF3F58E38B}"/>
          </ac:spMkLst>
        </pc:spChg>
        <pc:spChg chg="add">
          <ac:chgData name="KALLAM Thirupatamma" userId="b87cf864dc0d41c6" providerId="Windows Live" clId="Web-{5BEBF609-668C-4388-99B9-1D97FF873F36}" dt="2025-11-12T15:17:54.781" v="0"/>
          <ac:spMkLst>
            <pc:docMk/>
            <pc:sldMk cId="260557168" sldId="258"/>
            <ac:spMk id="32" creationId="{FFFEB18F-F81F-4CED-BE64-EB888A77C3B8}"/>
          </ac:spMkLst>
        </pc:spChg>
        <pc:grpChg chg="mod ord">
          <ac:chgData name="KALLAM Thirupatamma" userId="b87cf864dc0d41c6" providerId="Windows Live" clId="Web-{5BEBF609-668C-4388-99B9-1D97FF873F36}" dt="2025-11-12T15:17:54.781" v="0"/>
          <ac:grpSpMkLst>
            <pc:docMk/>
            <pc:sldMk cId="260557168" sldId="258"/>
            <ac:grpSpMk id="2" creationId="{8AC56664-D3F3-22D0-EE91-DA9A3662AD11}"/>
          </ac:grpSpMkLst>
        </pc:grpChg>
        <pc:grpChg chg="mod ord">
          <ac:chgData name="KALLAM Thirupatamma" userId="b87cf864dc0d41c6" providerId="Windows Live" clId="Web-{5BEBF609-668C-4388-99B9-1D97FF873F36}" dt="2025-11-12T15:17:54.781" v="0"/>
          <ac:grpSpMkLst>
            <pc:docMk/>
            <pc:sldMk cId="260557168" sldId="258"/>
            <ac:grpSpMk id="4" creationId="{5AD8460C-42F1-77F9-9FC1-D3909D7040D9}"/>
          </ac:grpSpMkLst>
        </pc:grpChg>
        <pc:grpChg chg="add">
          <ac:chgData name="KALLAM Thirupatamma" userId="b87cf864dc0d41c6" providerId="Windows Live" clId="Web-{5BEBF609-668C-4388-99B9-1D97FF873F36}" dt="2025-11-12T15:17:54.781" v="0"/>
          <ac:grpSpMkLst>
            <pc:docMk/>
            <pc:sldMk cId="260557168" sldId="258"/>
            <ac:grpSpMk id="18" creationId="{00C7DD97-49DC-4BFD-951D-CFF51B976DE9}"/>
          </ac:grpSpMkLst>
        </pc:grpChg>
        <pc:grpChg chg="add">
          <ac:chgData name="KALLAM Thirupatamma" userId="b87cf864dc0d41c6" providerId="Windows Live" clId="Web-{5BEBF609-668C-4388-99B9-1D97FF873F36}" dt="2025-11-12T15:17:54.781" v="0"/>
          <ac:grpSpMkLst>
            <pc:docMk/>
            <pc:sldMk cId="260557168" sldId="258"/>
            <ac:grpSpMk id="22" creationId="{176786CF-68E6-476D-909E-8522718B7BE0}"/>
          </ac:grpSpMkLst>
        </pc:grpChg>
        <pc:grpChg chg="add">
          <ac:chgData name="KALLAM Thirupatamma" userId="b87cf864dc0d41c6" providerId="Windows Live" clId="Web-{5BEBF609-668C-4388-99B9-1D97FF873F36}" dt="2025-11-12T15:17:54.781" v="0"/>
          <ac:grpSpMkLst>
            <pc:docMk/>
            <pc:sldMk cId="260557168" sldId="258"/>
            <ac:grpSpMk id="28" creationId="{00E015F5-1A99-4E40-BC3D-7707802996B5}"/>
          </ac:grpSpMkLst>
        </pc:grpChg>
      </pc:sldChg>
    </pc:docChg>
  </pc:docChgLst>
  <pc:docChgLst>
    <pc:chgData name="KALLAM Thirupatamma" userId="b87cf864dc0d41c6" providerId="Windows Live" clId="Web-{BA9E2AE2-F41D-4156-A10C-D2E947C8BB75}"/>
    <pc:docChg chg="addSld delSld modSld">
      <pc:chgData name="KALLAM Thirupatamma" userId="b87cf864dc0d41c6" providerId="Windows Live" clId="Web-{BA9E2AE2-F41D-4156-A10C-D2E947C8BB75}" dt="2025-11-12T15:21:26.410" v="38"/>
      <pc:docMkLst>
        <pc:docMk/>
      </pc:docMkLst>
      <pc:sldChg chg="addSp delSp modSp">
        <pc:chgData name="KALLAM Thirupatamma" userId="b87cf864dc0d41c6" providerId="Windows Live" clId="Web-{BA9E2AE2-F41D-4156-A10C-D2E947C8BB75}" dt="2025-11-12T15:21:26.410" v="38"/>
        <pc:sldMkLst>
          <pc:docMk/>
          <pc:sldMk cId="0" sldId="256"/>
        </pc:sldMkLst>
        <pc:spChg chg="add del">
          <ac:chgData name="KALLAM Thirupatamma" userId="b87cf864dc0d41c6" providerId="Windows Live" clId="Web-{BA9E2AE2-F41D-4156-A10C-D2E947C8BB75}" dt="2025-11-12T15:21:17.285" v="34"/>
          <ac:spMkLst>
            <pc:docMk/>
            <pc:sldMk cId="0" sldId="256"/>
            <ac:spMk id="6" creationId="{F6A9DFC1-A014-9332-9151-0C3BCCD1428C}"/>
          </ac:spMkLst>
        </pc:spChg>
        <pc:spChg chg="del mod">
          <ac:chgData name="KALLAM Thirupatamma" userId="b87cf864dc0d41c6" providerId="Windows Live" clId="Web-{BA9E2AE2-F41D-4156-A10C-D2E947C8BB75}" dt="2025-11-12T15:21:26.410" v="38"/>
          <ac:spMkLst>
            <pc:docMk/>
            <pc:sldMk cId="0" sldId="256"/>
            <ac:spMk id="7" creationId="{00000000-0000-0000-0000-000000000000}"/>
          </ac:spMkLst>
        </pc:spChg>
        <pc:spChg chg="mod">
          <ac:chgData name="KALLAM Thirupatamma" userId="b87cf864dc0d41c6" providerId="Windows Live" clId="Web-{BA9E2AE2-F41D-4156-A10C-D2E947C8BB75}" dt="2025-11-12T15:20:38.269" v="29" actId="14100"/>
          <ac:spMkLst>
            <pc:docMk/>
            <pc:sldMk cId="0" sldId="256"/>
            <ac:spMk id="11" creationId="{6AB13B83-956F-3B47-EB27-708331646890}"/>
          </ac:spMkLst>
        </pc:spChg>
        <pc:spChg chg="mod">
          <ac:chgData name="KALLAM Thirupatamma" userId="b87cf864dc0d41c6" providerId="Windows Live" clId="Web-{BA9E2AE2-F41D-4156-A10C-D2E947C8BB75}" dt="2025-11-12T15:20:50.566" v="31" actId="20577"/>
          <ac:spMkLst>
            <pc:docMk/>
            <pc:sldMk cId="0" sldId="256"/>
            <ac:spMk id="13" creationId="{FF6404E3-2279-A453-F04B-189DEC71AE20}"/>
          </ac:spMkLst>
        </pc:spChg>
      </pc:sldChg>
      <pc:sldChg chg="modSp">
        <pc:chgData name="KALLAM Thirupatamma" userId="b87cf864dc0d41c6" providerId="Windows Live" clId="Web-{BA9E2AE2-F41D-4156-A10C-D2E947C8BB75}" dt="2025-11-12T15:20:03.410" v="20" actId="14100"/>
        <pc:sldMkLst>
          <pc:docMk/>
          <pc:sldMk cId="0" sldId="257"/>
        </pc:sldMkLst>
        <pc:spChg chg="mod">
          <ac:chgData name="KALLAM Thirupatamma" userId="b87cf864dc0d41c6" providerId="Windows Live" clId="Web-{BA9E2AE2-F41D-4156-A10C-D2E947C8BB75}" dt="2025-11-12T15:20:03.410" v="20" actId="14100"/>
          <ac:spMkLst>
            <pc:docMk/>
            <pc:sldMk cId="0" sldId="257"/>
            <ac:spMk id="13" creationId="{3908F901-D551-E680-4635-D9D6FD773EC7}"/>
          </ac:spMkLst>
        </pc:spChg>
      </pc:sldChg>
      <pc:sldChg chg="del">
        <pc:chgData name="KALLAM Thirupatamma" userId="b87cf864dc0d41c6" providerId="Windows Live" clId="Web-{BA9E2AE2-F41D-4156-A10C-D2E947C8BB75}" dt="2025-11-12T15:19:00.269" v="0"/>
        <pc:sldMkLst>
          <pc:docMk/>
          <pc:sldMk cId="260557168" sldId="258"/>
        </pc:sldMkLst>
      </pc:sldChg>
      <pc:sldChg chg="new">
        <pc:chgData name="KALLAM Thirupatamma" userId="b87cf864dc0d41c6" providerId="Windows Live" clId="Web-{BA9E2AE2-F41D-4156-A10C-D2E947C8BB75}" dt="2025-11-12T15:19:07.425" v="1"/>
        <pc:sldMkLst>
          <pc:docMk/>
          <pc:sldMk cId="2095479251" sldId="258"/>
        </pc:sldMkLst>
      </pc:sldChg>
      <pc:sldChg chg="add del">
        <pc:chgData name="KALLAM Thirupatamma" userId="b87cf864dc0d41c6" providerId="Windows Live" clId="Web-{BA9E2AE2-F41D-4156-A10C-D2E947C8BB75}" dt="2025-11-12T15:19:21.722" v="3"/>
        <pc:sldMkLst>
          <pc:docMk/>
          <pc:sldMk cId="260557168" sldId="259"/>
        </pc:sldMkLst>
      </pc:sldChg>
      <pc:sldChg chg="new">
        <pc:chgData name="KALLAM Thirupatamma" userId="b87cf864dc0d41c6" providerId="Windows Live" clId="Web-{BA9E2AE2-F41D-4156-A10C-D2E947C8BB75}" dt="2025-11-12T15:19:25.316" v="4"/>
        <pc:sldMkLst>
          <pc:docMk/>
          <pc:sldMk cId="3249181172" sldId="259"/>
        </pc:sldMkLst>
      </pc:sldChg>
      <pc:sldChg chg="new">
        <pc:chgData name="KALLAM Thirupatamma" userId="b87cf864dc0d41c6" providerId="Windows Live" clId="Web-{BA9E2AE2-F41D-4156-A10C-D2E947C8BB75}" dt="2025-11-12T15:19:26.831" v="5"/>
        <pc:sldMkLst>
          <pc:docMk/>
          <pc:sldMk cId="734177055" sldId="260"/>
        </pc:sldMkLst>
      </pc:sldChg>
      <pc:sldChg chg="new">
        <pc:chgData name="KALLAM Thirupatamma" userId="b87cf864dc0d41c6" providerId="Windows Live" clId="Web-{BA9E2AE2-F41D-4156-A10C-D2E947C8BB75}" dt="2025-11-12T15:19:27.784" v="6"/>
        <pc:sldMkLst>
          <pc:docMk/>
          <pc:sldMk cId="633404874" sldId="261"/>
        </pc:sldMkLst>
      </pc:sldChg>
      <pc:sldChg chg="new">
        <pc:chgData name="KALLAM Thirupatamma" userId="b87cf864dc0d41c6" providerId="Windows Live" clId="Web-{BA9E2AE2-F41D-4156-A10C-D2E947C8BB75}" dt="2025-11-12T15:19:28.472" v="7"/>
        <pc:sldMkLst>
          <pc:docMk/>
          <pc:sldMk cId="4082338732" sldId="262"/>
        </pc:sldMkLst>
      </pc:sldChg>
      <pc:sldChg chg="new">
        <pc:chgData name="KALLAM Thirupatamma" userId="b87cf864dc0d41c6" providerId="Windows Live" clId="Web-{BA9E2AE2-F41D-4156-A10C-D2E947C8BB75}" dt="2025-11-12T15:19:28.988" v="8"/>
        <pc:sldMkLst>
          <pc:docMk/>
          <pc:sldMk cId="2464829367" sldId="263"/>
        </pc:sldMkLst>
      </pc:sldChg>
      <pc:sldChg chg="new">
        <pc:chgData name="KALLAM Thirupatamma" userId="b87cf864dc0d41c6" providerId="Windows Live" clId="Web-{BA9E2AE2-F41D-4156-A10C-D2E947C8BB75}" dt="2025-11-12T15:19:29.550" v="9"/>
        <pc:sldMkLst>
          <pc:docMk/>
          <pc:sldMk cId="4127183745" sldId="264"/>
        </pc:sldMkLst>
      </pc:sldChg>
      <pc:sldChg chg="new">
        <pc:chgData name="KALLAM Thirupatamma" userId="b87cf864dc0d41c6" providerId="Windows Live" clId="Web-{BA9E2AE2-F41D-4156-A10C-D2E947C8BB75}" dt="2025-11-12T15:19:30.472" v="10"/>
        <pc:sldMkLst>
          <pc:docMk/>
          <pc:sldMk cId="3726933207" sldId="265"/>
        </pc:sldMkLst>
      </pc:sldChg>
      <pc:sldChg chg="new">
        <pc:chgData name="KALLAM Thirupatamma" userId="b87cf864dc0d41c6" providerId="Windows Live" clId="Web-{BA9E2AE2-F41D-4156-A10C-D2E947C8BB75}" dt="2025-11-12T15:19:30.894" v="11"/>
        <pc:sldMkLst>
          <pc:docMk/>
          <pc:sldMk cId="479308830" sldId="266"/>
        </pc:sldMkLst>
      </pc:sldChg>
      <pc:sldChg chg="new">
        <pc:chgData name="KALLAM Thirupatamma" userId="b87cf864dc0d41c6" providerId="Windows Live" clId="Web-{BA9E2AE2-F41D-4156-A10C-D2E947C8BB75}" dt="2025-11-12T15:19:31.628" v="12"/>
        <pc:sldMkLst>
          <pc:docMk/>
          <pc:sldMk cId="1200503902" sldId="267"/>
        </pc:sldMkLst>
      </pc:sldChg>
      <pc:sldChg chg="new">
        <pc:chgData name="KALLAM Thirupatamma" userId="b87cf864dc0d41c6" providerId="Windows Live" clId="Web-{BA9E2AE2-F41D-4156-A10C-D2E947C8BB75}" dt="2025-11-12T15:19:32.269" v="13"/>
        <pc:sldMkLst>
          <pc:docMk/>
          <pc:sldMk cId="3830062181" sldId="268"/>
        </pc:sldMkLst>
      </pc:sldChg>
    </pc:docChg>
  </pc:docChgLst>
  <pc:docChgLst>
    <pc:chgData name="KALLAM Thirupatamma" userId="b87cf864dc0d41c6" providerId="LiveId" clId="{D43F0559-77F4-4E78-9D79-25A3583CA10B}"/>
    <pc:docChg chg="undo redo custSel addSld delSld modSld">
      <pc:chgData name="KALLAM Thirupatamma" userId="b87cf864dc0d41c6" providerId="LiveId" clId="{D43F0559-77F4-4E78-9D79-25A3583CA10B}" dt="2025-11-12T16:19:44.193" v="330" actId="680"/>
      <pc:docMkLst>
        <pc:docMk/>
      </pc:docMkLst>
      <pc:sldChg chg="addSp delSp modSp mod">
        <pc:chgData name="KALLAM Thirupatamma" userId="b87cf864dc0d41c6" providerId="LiveId" clId="{D43F0559-77F4-4E78-9D79-25A3583CA10B}" dt="2025-11-12T15:39:35.117" v="228" actId="20577"/>
        <pc:sldMkLst>
          <pc:docMk/>
          <pc:sldMk cId="0" sldId="256"/>
        </pc:sldMkLst>
        <pc:spChg chg="mod">
          <ac:chgData name="KALLAM Thirupatamma" userId="b87cf864dc0d41c6" providerId="LiveId" clId="{D43F0559-77F4-4E78-9D79-25A3583CA10B}" dt="2025-11-12T13:09:34.083" v="1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KALLAM Thirupatamma" userId="b87cf864dc0d41c6" providerId="LiveId" clId="{D43F0559-77F4-4E78-9D79-25A3583CA10B}" dt="2025-11-12T14:49:43.333" v="4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KALLAM Thirupatamma" userId="b87cf864dc0d41c6" providerId="LiveId" clId="{D43F0559-77F4-4E78-9D79-25A3583CA10B}" dt="2025-11-12T15:02:46.428" v="5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KALLAM Thirupatamma" userId="b87cf864dc0d41c6" providerId="LiveId" clId="{D43F0559-77F4-4E78-9D79-25A3583CA10B}" dt="2025-11-12T15:36:25.845" v="138" actId="20577"/>
          <ac:spMkLst>
            <pc:docMk/>
            <pc:sldMk cId="0" sldId="256"/>
            <ac:spMk id="8" creationId="{D61EBE9C-0BFD-1DA5-9C32-6471C5E5493D}"/>
          </ac:spMkLst>
        </pc:spChg>
        <pc:spChg chg="add del">
          <ac:chgData name="KALLAM Thirupatamma" userId="b87cf864dc0d41c6" providerId="LiveId" clId="{D43F0559-77F4-4E78-9D79-25A3583CA10B}" dt="2025-11-12T14:51:20.799" v="6" actId="22"/>
          <ac:spMkLst>
            <pc:docMk/>
            <pc:sldMk cId="0" sldId="256"/>
            <ac:spMk id="9" creationId="{5A82F492-4D9A-3F51-F09D-A47ACC871DA8}"/>
          </ac:spMkLst>
        </pc:spChg>
        <pc:spChg chg="add mod">
          <ac:chgData name="KALLAM Thirupatamma" userId="b87cf864dc0d41c6" providerId="LiveId" clId="{D43F0559-77F4-4E78-9D79-25A3583CA10B}" dt="2025-11-12T15:01:40.083" v="34" actId="1076"/>
          <ac:spMkLst>
            <pc:docMk/>
            <pc:sldMk cId="0" sldId="256"/>
            <ac:spMk id="11" creationId="{6AB13B83-956F-3B47-EB27-708331646890}"/>
          </ac:spMkLst>
        </pc:spChg>
        <pc:spChg chg="add mod">
          <ac:chgData name="KALLAM Thirupatamma" userId="b87cf864dc0d41c6" providerId="LiveId" clId="{D43F0559-77F4-4E78-9D79-25A3583CA10B}" dt="2025-11-12T15:02:30.593" v="49" actId="2711"/>
          <ac:spMkLst>
            <pc:docMk/>
            <pc:sldMk cId="0" sldId="256"/>
            <ac:spMk id="13" creationId="{FF6404E3-2279-A453-F04B-189DEC71AE20}"/>
          </ac:spMkLst>
        </pc:spChg>
        <pc:spChg chg="add mod">
          <ac:chgData name="KALLAM Thirupatamma" userId="b87cf864dc0d41c6" providerId="LiveId" clId="{D43F0559-77F4-4E78-9D79-25A3583CA10B}" dt="2025-11-12T15:39:35.117" v="228" actId="20577"/>
          <ac:spMkLst>
            <pc:docMk/>
            <pc:sldMk cId="0" sldId="256"/>
            <ac:spMk id="15" creationId="{37AD9CB8-8B6F-3241-7B1F-9723D817B6B1}"/>
          </ac:spMkLst>
        </pc:spChg>
        <pc:spChg chg="add mod">
          <ac:chgData name="KALLAM Thirupatamma" userId="b87cf864dc0d41c6" providerId="LiveId" clId="{D43F0559-77F4-4E78-9D79-25A3583CA10B}" dt="2025-11-12T15:37:54.537" v="173"/>
          <ac:spMkLst>
            <pc:docMk/>
            <pc:sldMk cId="0" sldId="256"/>
            <ac:spMk id="16" creationId="{25EE2521-03E6-3027-F84F-B46166D1AB7D}"/>
          </ac:spMkLst>
        </pc:spChg>
        <pc:grpChg chg="mod">
          <ac:chgData name="KALLAM Thirupatamma" userId="b87cf864dc0d41c6" providerId="LiveId" clId="{D43F0559-77F4-4E78-9D79-25A3583CA10B}" dt="2025-11-12T13:09:11.309" v="0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mod">
        <pc:chgData name="KALLAM Thirupatamma" userId="b87cf864dc0d41c6" providerId="LiveId" clId="{D43F0559-77F4-4E78-9D79-25A3583CA10B}" dt="2025-11-12T15:06:00.945" v="70" actId="255"/>
        <pc:sldMkLst>
          <pc:docMk/>
          <pc:sldMk cId="0" sldId="257"/>
        </pc:sldMkLst>
        <pc:spChg chg="del mod">
          <ac:chgData name="KALLAM Thirupatamma" userId="b87cf864dc0d41c6" providerId="LiveId" clId="{D43F0559-77F4-4E78-9D79-25A3583CA10B}" dt="2025-11-12T15:05:15.699" v="63"/>
          <ac:spMkLst>
            <pc:docMk/>
            <pc:sldMk cId="0" sldId="257"/>
            <ac:spMk id="6" creationId="{00000000-0000-0000-0000-000000000000}"/>
          </ac:spMkLst>
        </pc:spChg>
        <pc:spChg chg="del">
          <ac:chgData name="KALLAM Thirupatamma" userId="b87cf864dc0d41c6" providerId="LiveId" clId="{D43F0559-77F4-4E78-9D79-25A3583CA10B}" dt="2025-11-12T15:05:17.959" v="64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KALLAM Thirupatamma" userId="b87cf864dc0d41c6" providerId="LiveId" clId="{D43F0559-77F4-4E78-9D79-25A3583CA10B}" dt="2025-11-12T15:05:15.698" v="61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KALLAM Thirupatamma" userId="b87cf864dc0d41c6" providerId="LiveId" clId="{D43F0559-77F4-4E78-9D79-25A3583CA10B}" dt="2025-11-12T15:05:08.686" v="58"/>
          <ac:spMkLst>
            <pc:docMk/>
            <pc:sldMk cId="0" sldId="257"/>
            <ac:spMk id="9" creationId="{00000000-0000-0000-0000-000000000000}"/>
          </ac:spMkLst>
        </pc:spChg>
        <pc:spChg chg="add del">
          <ac:chgData name="KALLAM Thirupatamma" userId="b87cf864dc0d41c6" providerId="LiveId" clId="{D43F0559-77F4-4E78-9D79-25A3583CA10B}" dt="2025-11-12T15:05:47.177" v="66" actId="22"/>
          <ac:spMkLst>
            <pc:docMk/>
            <pc:sldMk cId="0" sldId="257"/>
            <ac:spMk id="11" creationId="{4A3AA4AD-42F3-533B-786C-5AE99423117F}"/>
          </ac:spMkLst>
        </pc:spChg>
        <pc:spChg chg="add mod">
          <ac:chgData name="KALLAM Thirupatamma" userId="b87cf864dc0d41c6" providerId="LiveId" clId="{D43F0559-77F4-4E78-9D79-25A3583CA10B}" dt="2025-11-12T15:06:00.945" v="70" actId="255"/>
          <ac:spMkLst>
            <pc:docMk/>
            <pc:sldMk cId="0" sldId="257"/>
            <ac:spMk id="13" creationId="{3908F901-D551-E680-4635-D9D6FD773EC7}"/>
          </ac:spMkLst>
        </pc:spChg>
      </pc:sldChg>
      <pc:sldChg chg="addSp delSp modSp new mod">
        <pc:chgData name="KALLAM Thirupatamma" userId="b87cf864dc0d41c6" providerId="LiveId" clId="{D43F0559-77F4-4E78-9D79-25A3583CA10B}" dt="2025-11-12T15:15:13.083" v="124" actId="255"/>
        <pc:sldMkLst>
          <pc:docMk/>
          <pc:sldMk cId="260557168" sldId="258"/>
        </pc:sldMkLst>
        <pc:spChg chg="mod">
          <ac:chgData name="KALLAM Thirupatamma" userId="b87cf864dc0d41c6" providerId="LiveId" clId="{D43F0559-77F4-4E78-9D79-25A3583CA10B}" dt="2025-11-12T15:04:46.672" v="54"/>
          <ac:spMkLst>
            <pc:docMk/>
            <pc:sldMk cId="260557168" sldId="258"/>
            <ac:spMk id="3" creationId="{8CA5B443-B958-8128-B2D5-5284499EE3CB}"/>
          </ac:spMkLst>
        </pc:spChg>
        <pc:spChg chg="mod">
          <ac:chgData name="KALLAM Thirupatamma" userId="b87cf864dc0d41c6" providerId="LiveId" clId="{D43F0559-77F4-4E78-9D79-25A3583CA10B}" dt="2025-11-12T15:04:57.992" v="55"/>
          <ac:spMkLst>
            <pc:docMk/>
            <pc:sldMk cId="260557168" sldId="258"/>
            <ac:spMk id="5" creationId="{81A74E8C-9BF7-99BF-5B9E-350B4AF4D880}"/>
          </ac:spMkLst>
        </pc:spChg>
        <pc:spChg chg="add mod">
          <ac:chgData name="KALLAM Thirupatamma" userId="b87cf864dc0d41c6" providerId="LiveId" clId="{D43F0559-77F4-4E78-9D79-25A3583CA10B}" dt="2025-11-12T15:11:16.017" v="73" actId="255"/>
          <ac:spMkLst>
            <pc:docMk/>
            <pc:sldMk cId="260557168" sldId="258"/>
            <ac:spMk id="7" creationId="{1C76305C-93EC-B184-9854-FE1822BF0287}"/>
          </ac:spMkLst>
        </pc:spChg>
        <pc:spChg chg="add del">
          <ac:chgData name="KALLAM Thirupatamma" userId="b87cf864dc0d41c6" providerId="LiveId" clId="{D43F0559-77F4-4E78-9D79-25A3583CA10B}" dt="2025-11-12T15:11:31.880" v="75" actId="22"/>
          <ac:spMkLst>
            <pc:docMk/>
            <pc:sldMk cId="260557168" sldId="258"/>
            <ac:spMk id="9" creationId="{483A9341-F524-1241-666F-50A1FAC90F7A}"/>
          </ac:spMkLst>
        </pc:spChg>
        <pc:spChg chg="add">
          <ac:chgData name="KALLAM Thirupatamma" userId="b87cf864dc0d41c6" providerId="LiveId" clId="{D43F0559-77F4-4E78-9D79-25A3583CA10B}" dt="2025-11-12T15:11:47.637" v="76"/>
          <ac:spMkLst>
            <pc:docMk/>
            <pc:sldMk cId="260557168" sldId="258"/>
            <ac:spMk id="10" creationId="{04D8A879-56EB-FF7A-9D5E-61EF6A04ED43}"/>
          </ac:spMkLst>
        </pc:spChg>
        <pc:spChg chg="add mod">
          <ac:chgData name="KALLAM Thirupatamma" userId="b87cf864dc0d41c6" providerId="LiveId" clId="{D43F0559-77F4-4E78-9D79-25A3583CA10B}" dt="2025-11-12T15:15:13.083" v="124" actId="255"/>
          <ac:spMkLst>
            <pc:docMk/>
            <pc:sldMk cId="260557168" sldId="258"/>
            <ac:spMk id="11" creationId="{A4DC811E-FD40-B021-2BC3-0295CBA99DE0}"/>
          </ac:spMkLst>
        </pc:spChg>
        <pc:spChg chg="add mod">
          <ac:chgData name="KALLAM Thirupatamma" userId="b87cf864dc0d41c6" providerId="LiveId" clId="{D43F0559-77F4-4E78-9D79-25A3583CA10B}" dt="2025-11-12T15:14:05.072" v="88" actId="688"/>
          <ac:spMkLst>
            <pc:docMk/>
            <pc:sldMk cId="260557168" sldId="258"/>
            <ac:spMk id="12" creationId="{A594AE1F-A74F-8E17-8AA4-36CF0CCED874}"/>
          </ac:spMkLst>
        </pc:spChg>
        <pc:grpChg chg="add mod">
          <ac:chgData name="KALLAM Thirupatamma" userId="b87cf864dc0d41c6" providerId="LiveId" clId="{D43F0559-77F4-4E78-9D79-25A3583CA10B}" dt="2025-11-12T15:14:15.246" v="95" actId="1076"/>
          <ac:grpSpMkLst>
            <pc:docMk/>
            <pc:sldMk cId="260557168" sldId="258"/>
            <ac:grpSpMk id="2" creationId="{8AC56664-D3F3-22D0-EE91-DA9A3662AD11}"/>
          </ac:grpSpMkLst>
        </pc:grpChg>
        <pc:grpChg chg="add mod">
          <ac:chgData name="KALLAM Thirupatamma" userId="b87cf864dc0d41c6" providerId="LiveId" clId="{D43F0559-77F4-4E78-9D79-25A3583CA10B}" dt="2025-11-12T15:04:57.992" v="55"/>
          <ac:grpSpMkLst>
            <pc:docMk/>
            <pc:sldMk cId="260557168" sldId="258"/>
            <ac:grpSpMk id="4" creationId="{5AD8460C-42F1-77F9-9FC1-D3909D7040D9}"/>
          </ac:grpSpMkLst>
        </pc:grpChg>
      </pc:sldChg>
      <pc:sldChg chg="addSp delSp modSp mod">
        <pc:chgData name="KALLAM Thirupatamma" userId="b87cf864dc0d41c6" providerId="LiveId" clId="{D43F0559-77F4-4E78-9D79-25A3583CA10B}" dt="2025-11-12T15:44:14.468" v="275" actId="113"/>
        <pc:sldMkLst>
          <pc:docMk/>
          <pc:sldMk cId="2095479251" sldId="258"/>
        </pc:sldMkLst>
        <pc:spChg chg="mod">
          <ac:chgData name="KALLAM Thirupatamma" userId="b87cf864dc0d41c6" providerId="LiveId" clId="{D43F0559-77F4-4E78-9D79-25A3583CA10B}" dt="2025-11-12T15:40:08.764" v="229"/>
          <ac:spMkLst>
            <pc:docMk/>
            <pc:sldMk cId="2095479251" sldId="258"/>
            <ac:spMk id="3" creationId="{47C010D4-627D-CA27-185E-14954FB2F1ED}"/>
          </ac:spMkLst>
        </pc:spChg>
        <pc:spChg chg="mod">
          <ac:chgData name="KALLAM Thirupatamma" userId="b87cf864dc0d41c6" providerId="LiveId" clId="{D43F0559-77F4-4E78-9D79-25A3583CA10B}" dt="2025-11-12T15:40:14.896" v="230"/>
          <ac:spMkLst>
            <pc:docMk/>
            <pc:sldMk cId="2095479251" sldId="258"/>
            <ac:spMk id="5" creationId="{6018E420-4EB5-58B8-B700-67F8DA732836}"/>
          </ac:spMkLst>
        </pc:spChg>
        <pc:spChg chg="add del mod">
          <ac:chgData name="KALLAM Thirupatamma" userId="b87cf864dc0d41c6" providerId="LiveId" clId="{D43F0559-77F4-4E78-9D79-25A3583CA10B}" dt="2025-11-12T15:41:04.803" v="241" actId="22"/>
          <ac:spMkLst>
            <pc:docMk/>
            <pc:sldMk cId="2095479251" sldId="258"/>
            <ac:spMk id="7" creationId="{B87D7465-3CDB-76C5-E547-7AC17905B410}"/>
          </ac:spMkLst>
        </pc:spChg>
        <pc:spChg chg="add del">
          <ac:chgData name="KALLAM Thirupatamma" userId="b87cf864dc0d41c6" providerId="LiveId" clId="{D43F0559-77F4-4E78-9D79-25A3583CA10B}" dt="2025-11-12T15:41:08.339" v="243" actId="22"/>
          <ac:spMkLst>
            <pc:docMk/>
            <pc:sldMk cId="2095479251" sldId="258"/>
            <ac:spMk id="9" creationId="{269CB38B-84AC-2EEE-DEE0-D4255D170D82}"/>
          </ac:spMkLst>
        </pc:spChg>
        <pc:spChg chg="add mod">
          <ac:chgData name="KALLAM Thirupatamma" userId="b87cf864dc0d41c6" providerId="LiveId" clId="{D43F0559-77F4-4E78-9D79-25A3583CA10B}" dt="2025-11-12T15:44:14.468" v="275" actId="113"/>
          <ac:spMkLst>
            <pc:docMk/>
            <pc:sldMk cId="2095479251" sldId="258"/>
            <ac:spMk id="11" creationId="{66A0F901-B708-741F-BC2D-A91D0B1A37D4}"/>
          </ac:spMkLst>
        </pc:spChg>
        <pc:grpChg chg="add mod">
          <ac:chgData name="KALLAM Thirupatamma" userId="b87cf864dc0d41c6" providerId="LiveId" clId="{D43F0559-77F4-4E78-9D79-25A3583CA10B}" dt="2025-11-12T15:40:08.764" v="229"/>
          <ac:grpSpMkLst>
            <pc:docMk/>
            <pc:sldMk cId="2095479251" sldId="258"/>
            <ac:grpSpMk id="2" creationId="{4647E45C-F1CD-8AB8-9957-B7DBCCACFA03}"/>
          </ac:grpSpMkLst>
        </pc:grpChg>
        <pc:grpChg chg="add mod">
          <ac:chgData name="KALLAM Thirupatamma" userId="b87cf864dc0d41c6" providerId="LiveId" clId="{D43F0559-77F4-4E78-9D79-25A3583CA10B}" dt="2025-11-12T15:40:14.896" v="230"/>
          <ac:grpSpMkLst>
            <pc:docMk/>
            <pc:sldMk cId="2095479251" sldId="258"/>
            <ac:grpSpMk id="4" creationId="{848E0A1D-6337-9BA1-5038-7B939E106F32}"/>
          </ac:grpSpMkLst>
        </pc:grpChg>
      </pc:sldChg>
      <pc:sldChg chg="new del">
        <pc:chgData name="KALLAM Thirupatamma" userId="b87cf864dc0d41c6" providerId="LiveId" clId="{D43F0559-77F4-4E78-9D79-25A3583CA10B}" dt="2025-11-12T15:04:25.267" v="52" actId="2696"/>
        <pc:sldMkLst>
          <pc:docMk/>
          <pc:sldMk cId="2101214273" sldId="258"/>
        </pc:sldMkLst>
      </pc:sldChg>
      <pc:sldChg chg="addSp delSp modSp mod">
        <pc:chgData name="KALLAM Thirupatamma" userId="b87cf864dc0d41c6" providerId="LiveId" clId="{D43F0559-77F4-4E78-9D79-25A3583CA10B}" dt="2025-11-12T15:48:39.161" v="307" actId="12"/>
        <pc:sldMkLst>
          <pc:docMk/>
          <pc:sldMk cId="3249181172" sldId="259"/>
        </pc:sldMkLst>
        <pc:spChg chg="mod">
          <ac:chgData name="KALLAM Thirupatamma" userId="b87cf864dc0d41c6" providerId="LiveId" clId="{D43F0559-77F4-4E78-9D79-25A3583CA10B}" dt="2025-11-12T15:40:18.306" v="231"/>
          <ac:spMkLst>
            <pc:docMk/>
            <pc:sldMk cId="3249181172" sldId="259"/>
            <ac:spMk id="3" creationId="{111B54E0-4D80-931C-CF08-983AA24D10F3}"/>
          </ac:spMkLst>
        </pc:spChg>
        <pc:spChg chg="mod">
          <ac:chgData name="KALLAM Thirupatamma" userId="b87cf864dc0d41c6" providerId="LiveId" clId="{D43F0559-77F4-4E78-9D79-25A3583CA10B}" dt="2025-11-12T15:44:23.570" v="276"/>
          <ac:spMkLst>
            <pc:docMk/>
            <pc:sldMk cId="3249181172" sldId="259"/>
            <ac:spMk id="5" creationId="{1B8ED2C8-CBFA-8788-C605-598605C3D68A}"/>
          </ac:spMkLst>
        </pc:spChg>
        <pc:spChg chg="add del">
          <ac:chgData name="KALLAM Thirupatamma" userId="b87cf864dc0d41c6" providerId="LiveId" clId="{D43F0559-77F4-4E78-9D79-25A3583CA10B}" dt="2025-11-12T15:47:10.643" v="287" actId="22"/>
          <ac:spMkLst>
            <pc:docMk/>
            <pc:sldMk cId="3249181172" sldId="259"/>
            <ac:spMk id="7" creationId="{41032F21-5273-E371-7BA0-98EC682313D3}"/>
          </ac:spMkLst>
        </pc:spChg>
        <pc:spChg chg="add mod">
          <ac:chgData name="KALLAM Thirupatamma" userId="b87cf864dc0d41c6" providerId="LiveId" clId="{D43F0559-77F4-4E78-9D79-25A3583CA10B}" dt="2025-11-12T15:48:39.161" v="307" actId="12"/>
          <ac:spMkLst>
            <pc:docMk/>
            <pc:sldMk cId="3249181172" sldId="259"/>
            <ac:spMk id="9" creationId="{D3A07438-20A4-F332-2A37-237AA932FAD1}"/>
          </ac:spMkLst>
        </pc:spChg>
        <pc:grpChg chg="add mod">
          <ac:chgData name="KALLAM Thirupatamma" userId="b87cf864dc0d41c6" providerId="LiveId" clId="{D43F0559-77F4-4E78-9D79-25A3583CA10B}" dt="2025-11-12T15:40:18.306" v="231"/>
          <ac:grpSpMkLst>
            <pc:docMk/>
            <pc:sldMk cId="3249181172" sldId="259"/>
            <ac:grpSpMk id="2" creationId="{3CAA3AA9-150D-5B6A-6000-7FAC87A1FF3D}"/>
          </ac:grpSpMkLst>
        </pc:grpChg>
        <pc:grpChg chg="add mod">
          <ac:chgData name="KALLAM Thirupatamma" userId="b87cf864dc0d41c6" providerId="LiveId" clId="{D43F0559-77F4-4E78-9D79-25A3583CA10B}" dt="2025-11-12T15:44:23.570" v="276"/>
          <ac:grpSpMkLst>
            <pc:docMk/>
            <pc:sldMk cId="3249181172" sldId="259"/>
            <ac:grpSpMk id="4" creationId="{C4A8DD3A-364A-76C9-30BB-60C94F83B940}"/>
          </ac:grpSpMkLst>
        </pc:grpChg>
      </pc:sldChg>
      <pc:sldChg chg="addSp delSp modSp mod">
        <pc:chgData name="KALLAM Thirupatamma" userId="b87cf864dc0d41c6" providerId="LiveId" clId="{D43F0559-77F4-4E78-9D79-25A3583CA10B}" dt="2025-11-12T15:51:25.511" v="329" actId="20577"/>
        <pc:sldMkLst>
          <pc:docMk/>
          <pc:sldMk cId="734177055" sldId="260"/>
        </pc:sldMkLst>
        <pc:spChg chg="mod">
          <ac:chgData name="KALLAM Thirupatamma" userId="b87cf864dc0d41c6" providerId="LiveId" clId="{D43F0559-77F4-4E78-9D79-25A3583CA10B}" dt="2025-11-12T15:40:20.737" v="232"/>
          <ac:spMkLst>
            <pc:docMk/>
            <pc:sldMk cId="734177055" sldId="260"/>
            <ac:spMk id="3" creationId="{5A71197A-7237-11B9-4873-8C88EB8A8A57}"/>
          </ac:spMkLst>
        </pc:spChg>
        <pc:spChg chg="mod">
          <ac:chgData name="KALLAM Thirupatamma" userId="b87cf864dc0d41c6" providerId="LiveId" clId="{D43F0559-77F4-4E78-9D79-25A3583CA10B}" dt="2025-11-12T15:44:25.799" v="277"/>
          <ac:spMkLst>
            <pc:docMk/>
            <pc:sldMk cId="734177055" sldId="260"/>
            <ac:spMk id="5" creationId="{4437DC82-2543-B446-7638-D5546D3973A7}"/>
          </ac:spMkLst>
        </pc:spChg>
        <pc:spChg chg="add del">
          <ac:chgData name="KALLAM Thirupatamma" userId="b87cf864dc0d41c6" providerId="LiveId" clId="{D43F0559-77F4-4E78-9D79-25A3583CA10B}" dt="2025-11-12T15:49:24.420" v="309" actId="22"/>
          <ac:spMkLst>
            <pc:docMk/>
            <pc:sldMk cId="734177055" sldId="260"/>
            <ac:spMk id="7" creationId="{8819AEFE-D84A-C2C0-DF99-F7AB1897F929}"/>
          </ac:spMkLst>
        </pc:spChg>
        <pc:spChg chg="add mod">
          <ac:chgData name="KALLAM Thirupatamma" userId="b87cf864dc0d41c6" providerId="LiveId" clId="{D43F0559-77F4-4E78-9D79-25A3583CA10B}" dt="2025-11-12T15:51:25.511" v="329" actId="20577"/>
          <ac:spMkLst>
            <pc:docMk/>
            <pc:sldMk cId="734177055" sldId="260"/>
            <ac:spMk id="9" creationId="{3A686CFB-675E-B0B2-9FFC-21547244D806}"/>
          </ac:spMkLst>
        </pc:spChg>
        <pc:grpChg chg="add mod">
          <ac:chgData name="KALLAM Thirupatamma" userId="b87cf864dc0d41c6" providerId="LiveId" clId="{D43F0559-77F4-4E78-9D79-25A3583CA10B}" dt="2025-11-12T15:40:20.737" v="232"/>
          <ac:grpSpMkLst>
            <pc:docMk/>
            <pc:sldMk cId="734177055" sldId="260"/>
            <ac:grpSpMk id="2" creationId="{8F19593B-5DAA-3D0D-03FA-92645CFA99FD}"/>
          </ac:grpSpMkLst>
        </pc:grpChg>
        <pc:grpChg chg="add mod">
          <ac:chgData name="KALLAM Thirupatamma" userId="b87cf864dc0d41c6" providerId="LiveId" clId="{D43F0559-77F4-4E78-9D79-25A3583CA10B}" dt="2025-11-12T15:44:25.799" v="277"/>
          <ac:grpSpMkLst>
            <pc:docMk/>
            <pc:sldMk cId="734177055" sldId="260"/>
            <ac:grpSpMk id="4" creationId="{DF286D97-EF1B-6C00-9F18-48BAA359E3C1}"/>
          </ac:grpSpMkLst>
        </pc:grpChg>
      </pc:sldChg>
      <pc:sldChg chg="addSp modSp">
        <pc:chgData name="KALLAM Thirupatamma" userId="b87cf864dc0d41c6" providerId="LiveId" clId="{D43F0559-77F4-4E78-9D79-25A3583CA10B}" dt="2025-11-12T15:44:28.620" v="278"/>
        <pc:sldMkLst>
          <pc:docMk/>
          <pc:sldMk cId="633404874" sldId="261"/>
        </pc:sldMkLst>
        <pc:spChg chg="mod">
          <ac:chgData name="KALLAM Thirupatamma" userId="b87cf864dc0d41c6" providerId="LiveId" clId="{D43F0559-77F4-4E78-9D79-25A3583CA10B}" dt="2025-11-12T15:40:22.634" v="233"/>
          <ac:spMkLst>
            <pc:docMk/>
            <pc:sldMk cId="633404874" sldId="261"/>
            <ac:spMk id="3" creationId="{38629C10-60E5-5088-2888-AA8EC79F2D07}"/>
          </ac:spMkLst>
        </pc:spChg>
        <pc:spChg chg="mod">
          <ac:chgData name="KALLAM Thirupatamma" userId="b87cf864dc0d41c6" providerId="LiveId" clId="{D43F0559-77F4-4E78-9D79-25A3583CA10B}" dt="2025-11-12T15:44:28.620" v="278"/>
          <ac:spMkLst>
            <pc:docMk/>
            <pc:sldMk cId="633404874" sldId="261"/>
            <ac:spMk id="5" creationId="{EEB802B9-BD5E-6892-34D9-F0C0B7D26856}"/>
          </ac:spMkLst>
        </pc:spChg>
        <pc:grpChg chg="add mod">
          <ac:chgData name="KALLAM Thirupatamma" userId="b87cf864dc0d41c6" providerId="LiveId" clId="{D43F0559-77F4-4E78-9D79-25A3583CA10B}" dt="2025-11-12T15:40:22.634" v="233"/>
          <ac:grpSpMkLst>
            <pc:docMk/>
            <pc:sldMk cId="633404874" sldId="261"/>
            <ac:grpSpMk id="2" creationId="{5C7DF89D-8956-20F2-EA87-E1B52D20C0D3}"/>
          </ac:grpSpMkLst>
        </pc:grpChg>
        <pc:grpChg chg="add mod">
          <ac:chgData name="KALLAM Thirupatamma" userId="b87cf864dc0d41c6" providerId="LiveId" clId="{D43F0559-77F4-4E78-9D79-25A3583CA10B}" dt="2025-11-12T15:44:28.620" v="278"/>
          <ac:grpSpMkLst>
            <pc:docMk/>
            <pc:sldMk cId="633404874" sldId="261"/>
            <ac:grpSpMk id="4" creationId="{CB9B5DD2-F647-3AF7-79B3-57BDDD0A8D0A}"/>
          </ac:grpSpMkLst>
        </pc:grpChg>
      </pc:sldChg>
      <pc:sldChg chg="addSp modSp">
        <pc:chgData name="KALLAM Thirupatamma" userId="b87cf864dc0d41c6" providerId="LiveId" clId="{D43F0559-77F4-4E78-9D79-25A3583CA10B}" dt="2025-11-12T15:44:33.994" v="279"/>
        <pc:sldMkLst>
          <pc:docMk/>
          <pc:sldMk cId="4082338732" sldId="262"/>
        </pc:sldMkLst>
        <pc:spChg chg="mod">
          <ac:chgData name="KALLAM Thirupatamma" userId="b87cf864dc0d41c6" providerId="LiveId" clId="{D43F0559-77F4-4E78-9D79-25A3583CA10B}" dt="2025-11-12T15:40:24.689" v="234"/>
          <ac:spMkLst>
            <pc:docMk/>
            <pc:sldMk cId="4082338732" sldId="262"/>
            <ac:spMk id="3" creationId="{20FF0540-BB2A-09AE-1B25-8CE2E02F583C}"/>
          </ac:spMkLst>
        </pc:spChg>
        <pc:spChg chg="mod">
          <ac:chgData name="KALLAM Thirupatamma" userId="b87cf864dc0d41c6" providerId="LiveId" clId="{D43F0559-77F4-4E78-9D79-25A3583CA10B}" dt="2025-11-12T15:44:33.994" v="279"/>
          <ac:spMkLst>
            <pc:docMk/>
            <pc:sldMk cId="4082338732" sldId="262"/>
            <ac:spMk id="5" creationId="{A0A3E2E3-EB94-B5CB-9C8B-E136F44A5270}"/>
          </ac:spMkLst>
        </pc:spChg>
        <pc:grpChg chg="add mod">
          <ac:chgData name="KALLAM Thirupatamma" userId="b87cf864dc0d41c6" providerId="LiveId" clId="{D43F0559-77F4-4E78-9D79-25A3583CA10B}" dt="2025-11-12T15:40:24.689" v="234"/>
          <ac:grpSpMkLst>
            <pc:docMk/>
            <pc:sldMk cId="4082338732" sldId="262"/>
            <ac:grpSpMk id="2" creationId="{D989B7F9-158C-3412-C57D-AAEF92B962E0}"/>
          </ac:grpSpMkLst>
        </pc:grpChg>
        <pc:grpChg chg="add mod">
          <ac:chgData name="KALLAM Thirupatamma" userId="b87cf864dc0d41c6" providerId="LiveId" clId="{D43F0559-77F4-4E78-9D79-25A3583CA10B}" dt="2025-11-12T15:44:33.994" v="279"/>
          <ac:grpSpMkLst>
            <pc:docMk/>
            <pc:sldMk cId="4082338732" sldId="262"/>
            <ac:grpSpMk id="4" creationId="{435117BC-54DD-2C41-0916-8DB3A8A72F9B}"/>
          </ac:grpSpMkLst>
        </pc:grpChg>
      </pc:sldChg>
      <pc:sldChg chg="addSp modSp">
        <pc:chgData name="KALLAM Thirupatamma" userId="b87cf864dc0d41c6" providerId="LiveId" clId="{D43F0559-77F4-4E78-9D79-25A3583CA10B}" dt="2025-11-12T15:44:35.896" v="280"/>
        <pc:sldMkLst>
          <pc:docMk/>
          <pc:sldMk cId="2464829367" sldId="263"/>
        </pc:sldMkLst>
        <pc:spChg chg="mod">
          <ac:chgData name="KALLAM Thirupatamma" userId="b87cf864dc0d41c6" providerId="LiveId" clId="{D43F0559-77F4-4E78-9D79-25A3583CA10B}" dt="2025-11-12T15:40:26.890" v="235"/>
          <ac:spMkLst>
            <pc:docMk/>
            <pc:sldMk cId="2464829367" sldId="263"/>
            <ac:spMk id="3" creationId="{7A80F94B-6026-D4DF-108E-E3BAA5676AED}"/>
          </ac:spMkLst>
        </pc:spChg>
        <pc:spChg chg="mod">
          <ac:chgData name="KALLAM Thirupatamma" userId="b87cf864dc0d41c6" providerId="LiveId" clId="{D43F0559-77F4-4E78-9D79-25A3583CA10B}" dt="2025-11-12T15:44:35.896" v="280"/>
          <ac:spMkLst>
            <pc:docMk/>
            <pc:sldMk cId="2464829367" sldId="263"/>
            <ac:spMk id="5" creationId="{505E09D9-CCE8-F11D-7C17-D7D602F95619}"/>
          </ac:spMkLst>
        </pc:spChg>
        <pc:grpChg chg="add mod">
          <ac:chgData name="KALLAM Thirupatamma" userId="b87cf864dc0d41c6" providerId="LiveId" clId="{D43F0559-77F4-4E78-9D79-25A3583CA10B}" dt="2025-11-12T15:40:26.890" v="235"/>
          <ac:grpSpMkLst>
            <pc:docMk/>
            <pc:sldMk cId="2464829367" sldId="263"/>
            <ac:grpSpMk id="2" creationId="{537617F8-8DED-057E-E5FC-CE9F1A88542F}"/>
          </ac:grpSpMkLst>
        </pc:grpChg>
        <pc:grpChg chg="add mod">
          <ac:chgData name="KALLAM Thirupatamma" userId="b87cf864dc0d41c6" providerId="LiveId" clId="{D43F0559-77F4-4E78-9D79-25A3583CA10B}" dt="2025-11-12T15:44:35.896" v="280"/>
          <ac:grpSpMkLst>
            <pc:docMk/>
            <pc:sldMk cId="2464829367" sldId="263"/>
            <ac:grpSpMk id="4" creationId="{0DA2A45D-1973-13E4-CE98-0730C82342A3}"/>
          </ac:grpSpMkLst>
        </pc:grpChg>
      </pc:sldChg>
      <pc:sldChg chg="addSp modSp">
        <pc:chgData name="KALLAM Thirupatamma" userId="b87cf864dc0d41c6" providerId="LiveId" clId="{D43F0559-77F4-4E78-9D79-25A3583CA10B}" dt="2025-11-12T15:44:38.930" v="281"/>
        <pc:sldMkLst>
          <pc:docMk/>
          <pc:sldMk cId="4127183745" sldId="264"/>
        </pc:sldMkLst>
        <pc:spChg chg="mod">
          <ac:chgData name="KALLAM Thirupatamma" userId="b87cf864dc0d41c6" providerId="LiveId" clId="{D43F0559-77F4-4E78-9D79-25A3583CA10B}" dt="2025-11-12T15:40:31.648" v="236"/>
          <ac:spMkLst>
            <pc:docMk/>
            <pc:sldMk cId="4127183745" sldId="264"/>
            <ac:spMk id="3" creationId="{553D860C-3EE6-B944-3EB0-613D2FB70886}"/>
          </ac:spMkLst>
        </pc:spChg>
        <pc:spChg chg="mod">
          <ac:chgData name="KALLAM Thirupatamma" userId="b87cf864dc0d41c6" providerId="LiveId" clId="{D43F0559-77F4-4E78-9D79-25A3583CA10B}" dt="2025-11-12T15:44:38.930" v="281"/>
          <ac:spMkLst>
            <pc:docMk/>
            <pc:sldMk cId="4127183745" sldId="264"/>
            <ac:spMk id="5" creationId="{47AF33F0-3A06-233E-4F73-E9C6A6652E75}"/>
          </ac:spMkLst>
        </pc:spChg>
        <pc:grpChg chg="add mod">
          <ac:chgData name="KALLAM Thirupatamma" userId="b87cf864dc0d41c6" providerId="LiveId" clId="{D43F0559-77F4-4E78-9D79-25A3583CA10B}" dt="2025-11-12T15:40:31.648" v="236"/>
          <ac:grpSpMkLst>
            <pc:docMk/>
            <pc:sldMk cId="4127183745" sldId="264"/>
            <ac:grpSpMk id="2" creationId="{2AC11E99-60EE-17A3-82AC-600409225684}"/>
          </ac:grpSpMkLst>
        </pc:grpChg>
        <pc:grpChg chg="add mod">
          <ac:chgData name="KALLAM Thirupatamma" userId="b87cf864dc0d41c6" providerId="LiveId" clId="{D43F0559-77F4-4E78-9D79-25A3583CA10B}" dt="2025-11-12T15:44:38.930" v="281"/>
          <ac:grpSpMkLst>
            <pc:docMk/>
            <pc:sldMk cId="4127183745" sldId="264"/>
            <ac:grpSpMk id="4" creationId="{9E5B26CE-1FF1-6D60-C476-82F17FFA10FF}"/>
          </ac:grpSpMkLst>
        </pc:grpChg>
      </pc:sldChg>
      <pc:sldChg chg="addSp modSp">
        <pc:chgData name="KALLAM Thirupatamma" userId="b87cf864dc0d41c6" providerId="LiveId" clId="{D43F0559-77F4-4E78-9D79-25A3583CA10B}" dt="2025-11-12T15:44:41.182" v="282"/>
        <pc:sldMkLst>
          <pc:docMk/>
          <pc:sldMk cId="3726933207" sldId="265"/>
        </pc:sldMkLst>
        <pc:spChg chg="mod">
          <ac:chgData name="KALLAM Thirupatamma" userId="b87cf864dc0d41c6" providerId="LiveId" clId="{D43F0559-77F4-4E78-9D79-25A3583CA10B}" dt="2025-11-12T15:40:33.553" v="237"/>
          <ac:spMkLst>
            <pc:docMk/>
            <pc:sldMk cId="3726933207" sldId="265"/>
            <ac:spMk id="3" creationId="{2FD8B3F2-5881-23FD-E839-6ECD0EF268A1}"/>
          </ac:spMkLst>
        </pc:spChg>
        <pc:spChg chg="mod">
          <ac:chgData name="KALLAM Thirupatamma" userId="b87cf864dc0d41c6" providerId="LiveId" clId="{D43F0559-77F4-4E78-9D79-25A3583CA10B}" dt="2025-11-12T15:44:41.182" v="282"/>
          <ac:spMkLst>
            <pc:docMk/>
            <pc:sldMk cId="3726933207" sldId="265"/>
            <ac:spMk id="5" creationId="{2D1DE807-1489-AC08-575E-752B8994A594}"/>
          </ac:spMkLst>
        </pc:spChg>
        <pc:grpChg chg="add mod">
          <ac:chgData name="KALLAM Thirupatamma" userId="b87cf864dc0d41c6" providerId="LiveId" clId="{D43F0559-77F4-4E78-9D79-25A3583CA10B}" dt="2025-11-12T15:40:33.553" v="237"/>
          <ac:grpSpMkLst>
            <pc:docMk/>
            <pc:sldMk cId="3726933207" sldId="265"/>
            <ac:grpSpMk id="2" creationId="{9F1E3C4D-E25A-E9D5-694A-197222156AF1}"/>
          </ac:grpSpMkLst>
        </pc:grpChg>
        <pc:grpChg chg="add mod">
          <ac:chgData name="KALLAM Thirupatamma" userId="b87cf864dc0d41c6" providerId="LiveId" clId="{D43F0559-77F4-4E78-9D79-25A3583CA10B}" dt="2025-11-12T15:44:41.182" v="282"/>
          <ac:grpSpMkLst>
            <pc:docMk/>
            <pc:sldMk cId="3726933207" sldId="265"/>
            <ac:grpSpMk id="4" creationId="{6024BA87-4432-8934-1F91-9F6C88719DFB}"/>
          </ac:grpSpMkLst>
        </pc:grpChg>
      </pc:sldChg>
      <pc:sldChg chg="addSp modSp">
        <pc:chgData name="KALLAM Thirupatamma" userId="b87cf864dc0d41c6" providerId="LiveId" clId="{D43F0559-77F4-4E78-9D79-25A3583CA10B}" dt="2025-11-12T15:44:44.666" v="283"/>
        <pc:sldMkLst>
          <pc:docMk/>
          <pc:sldMk cId="479308830" sldId="266"/>
        </pc:sldMkLst>
        <pc:spChg chg="mod">
          <ac:chgData name="KALLAM Thirupatamma" userId="b87cf864dc0d41c6" providerId="LiveId" clId="{D43F0559-77F4-4E78-9D79-25A3583CA10B}" dt="2025-11-12T15:44:44.666" v="283"/>
          <ac:spMkLst>
            <pc:docMk/>
            <pc:sldMk cId="479308830" sldId="266"/>
            <ac:spMk id="3" creationId="{A6183210-F56B-E86D-C4CA-F5189BDF913A}"/>
          </ac:spMkLst>
        </pc:spChg>
        <pc:grpChg chg="add mod">
          <ac:chgData name="KALLAM Thirupatamma" userId="b87cf864dc0d41c6" providerId="LiveId" clId="{D43F0559-77F4-4E78-9D79-25A3583CA10B}" dt="2025-11-12T15:44:44.666" v="283"/>
          <ac:grpSpMkLst>
            <pc:docMk/>
            <pc:sldMk cId="479308830" sldId="266"/>
            <ac:grpSpMk id="2" creationId="{155DCB59-0D61-E48F-107B-8293ECD05B19}"/>
          </ac:grpSpMkLst>
        </pc:grpChg>
      </pc:sldChg>
      <pc:sldChg chg="addSp modSp">
        <pc:chgData name="KALLAM Thirupatamma" userId="b87cf864dc0d41c6" providerId="LiveId" clId="{D43F0559-77F4-4E78-9D79-25A3583CA10B}" dt="2025-11-12T15:44:46.864" v="284"/>
        <pc:sldMkLst>
          <pc:docMk/>
          <pc:sldMk cId="1200503902" sldId="267"/>
        </pc:sldMkLst>
        <pc:spChg chg="mod">
          <ac:chgData name="KALLAM Thirupatamma" userId="b87cf864dc0d41c6" providerId="LiveId" clId="{D43F0559-77F4-4E78-9D79-25A3583CA10B}" dt="2025-11-12T15:44:46.864" v="284"/>
          <ac:spMkLst>
            <pc:docMk/>
            <pc:sldMk cId="1200503902" sldId="267"/>
            <ac:spMk id="3" creationId="{F67413D5-9D25-7903-A5EA-053991C6E820}"/>
          </ac:spMkLst>
        </pc:spChg>
        <pc:grpChg chg="add mod">
          <ac:chgData name="KALLAM Thirupatamma" userId="b87cf864dc0d41c6" providerId="LiveId" clId="{D43F0559-77F4-4E78-9D79-25A3583CA10B}" dt="2025-11-12T15:44:46.864" v="284"/>
          <ac:grpSpMkLst>
            <pc:docMk/>
            <pc:sldMk cId="1200503902" sldId="267"/>
            <ac:grpSpMk id="2" creationId="{6A61C80F-9838-4883-7B91-0F006D5BB4D4}"/>
          </ac:grpSpMkLst>
        </pc:grpChg>
      </pc:sldChg>
      <pc:sldChg chg="addSp modSp">
        <pc:chgData name="KALLAM Thirupatamma" userId="b87cf864dc0d41c6" providerId="LiveId" clId="{D43F0559-77F4-4E78-9D79-25A3583CA10B}" dt="2025-11-12T15:44:48.636" v="285"/>
        <pc:sldMkLst>
          <pc:docMk/>
          <pc:sldMk cId="3830062181" sldId="268"/>
        </pc:sldMkLst>
        <pc:spChg chg="mod">
          <ac:chgData name="KALLAM Thirupatamma" userId="b87cf864dc0d41c6" providerId="LiveId" clId="{D43F0559-77F4-4E78-9D79-25A3583CA10B}" dt="2025-11-12T15:44:48.636" v="285"/>
          <ac:spMkLst>
            <pc:docMk/>
            <pc:sldMk cId="3830062181" sldId="268"/>
            <ac:spMk id="3" creationId="{806E0440-980D-3EF6-D598-DF48B7FED97D}"/>
          </ac:spMkLst>
        </pc:spChg>
        <pc:grpChg chg="add mod">
          <ac:chgData name="KALLAM Thirupatamma" userId="b87cf864dc0d41c6" providerId="LiveId" clId="{D43F0559-77F4-4E78-9D79-25A3583CA10B}" dt="2025-11-12T15:44:48.636" v="285"/>
          <ac:grpSpMkLst>
            <pc:docMk/>
            <pc:sldMk cId="3830062181" sldId="268"/>
            <ac:grpSpMk id="2" creationId="{FFD2D4C4-99CF-00E5-53D3-43EF9065FC70}"/>
          </ac:grpSpMkLst>
        </pc:grpChg>
      </pc:sldChg>
      <pc:sldChg chg="new">
        <pc:chgData name="KALLAM Thirupatamma" userId="b87cf864dc0d41c6" providerId="LiveId" clId="{D43F0559-77F4-4E78-9D79-25A3583CA10B}" dt="2025-11-12T16:19:44.193" v="330" actId="680"/>
        <pc:sldMkLst>
          <pc:docMk/>
          <pc:sldMk cId="2066344753" sldId="269"/>
        </pc:sldMkLst>
      </pc:sldChg>
    </pc:docChg>
  </pc:docChgLst>
  <pc:docChgLst>
    <pc:chgData name="KALLAM Thirupatamma" userId="b87cf864dc0d41c6" providerId="Windows Live" clId="Web-{D1469991-ADBC-4F1D-9BB7-8765AD37D599}"/>
    <pc:docChg chg="modSld">
      <pc:chgData name="KALLAM Thirupatamma" userId="b87cf864dc0d41c6" providerId="Windows Live" clId="Web-{D1469991-ADBC-4F1D-9BB7-8765AD37D599}" dt="2025-11-12T16:15:00.417" v="262" actId="14100"/>
      <pc:docMkLst>
        <pc:docMk/>
      </pc:docMkLst>
      <pc:sldChg chg="addSp delSp modSp">
        <pc:chgData name="KALLAM Thirupatamma" userId="b87cf864dc0d41c6" providerId="Windows Live" clId="Web-{D1469991-ADBC-4F1D-9BB7-8765AD37D599}" dt="2025-11-12T15:29:41.541" v="95" actId="20577"/>
        <pc:sldMkLst>
          <pc:docMk/>
          <pc:sldMk cId="0" sldId="256"/>
        </pc:sldMkLst>
        <pc:spChg chg="add del">
          <ac:chgData name="KALLAM Thirupatamma" userId="b87cf864dc0d41c6" providerId="Windows Live" clId="Web-{D1469991-ADBC-4F1D-9BB7-8765AD37D599}" dt="2025-11-12T15:22:40.591" v="1"/>
          <ac:spMkLst>
            <pc:docMk/>
            <pc:sldMk cId="0" sldId="256"/>
            <ac:spMk id="6" creationId="{5B4D6F8D-A0D8-6238-A002-1E5CC2F41919}"/>
          </ac:spMkLst>
        </pc:spChg>
        <pc:spChg chg="add mod">
          <ac:chgData name="KALLAM Thirupatamma" userId="b87cf864dc0d41c6" providerId="Windows Live" clId="Web-{D1469991-ADBC-4F1D-9BB7-8765AD37D599}" dt="2025-11-12T15:29:41.541" v="95" actId="20577"/>
          <ac:spMkLst>
            <pc:docMk/>
            <pc:sldMk cId="0" sldId="256"/>
            <ac:spMk id="8" creationId="{D61EBE9C-0BFD-1DA5-9C32-6471C5E5493D}"/>
          </ac:spMkLst>
        </pc:spChg>
      </pc:sldChg>
      <pc:sldChg chg="modSp">
        <pc:chgData name="KALLAM Thirupatamma" userId="b87cf864dc0d41c6" providerId="Windows Live" clId="Web-{D1469991-ADBC-4F1D-9BB7-8765AD37D599}" dt="2025-11-12T15:55:51.771" v="110" actId="20577"/>
        <pc:sldMkLst>
          <pc:docMk/>
          <pc:sldMk cId="0" sldId="257"/>
        </pc:sldMkLst>
        <pc:spChg chg="mod">
          <ac:chgData name="KALLAM Thirupatamma" userId="b87cf864dc0d41c6" providerId="Windows Live" clId="Web-{D1469991-ADBC-4F1D-9BB7-8765AD37D599}" dt="2025-11-12T15:55:51.771" v="110" actId="20577"/>
          <ac:spMkLst>
            <pc:docMk/>
            <pc:sldMk cId="0" sldId="257"/>
            <ac:spMk id="13" creationId="{3908F901-D551-E680-4635-D9D6FD773EC7}"/>
          </ac:spMkLst>
        </pc:spChg>
      </pc:sldChg>
      <pc:sldChg chg="addSp delSp modSp">
        <pc:chgData name="KALLAM Thirupatamma" userId="b87cf864dc0d41c6" providerId="Windows Live" clId="Web-{D1469991-ADBC-4F1D-9BB7-8765AD37D599}" dt="2025-11-12T16:00:51.231" v="175" actId="14100"/>
        <pc:sldMkLst>
          <pc:docMk/>
          <pc:sldMk cId="633404874" sldId="261"/>
        </pc:sldMkLst>
        <pc:spChg chg="add del mod">
          <ac:chgData name="KALLAM Thirupatamma" userId="b87cf864dc0d41c6" providerId="Windows Live" clId="Web-{D1469991-ADBC-4F1D-9BB7-8765AD37D599}" dt="2025-11-12T15:55:44.490" v="105"/>
          <ac:spMkLst>
            <pc:docMk/>
            <pc:sldMk cId="633404874" sldId="261"/>
            <ac:spMk id="6" creationId="{5332D0F1-1613-E66C-EA69-EBB802D461BA}"/>
          </ac:spMkLst>
        </pc:spChg>
        <pc:spChg chg="add del mod">
          <ac:chgData name="KALLAM Thirupatamma" userId="b87cf864dc0d41c6" providerId="Windows Live" clId="Web-{D1469991-ADBC-4F1D-9BB7-8765AD37D599}" dt="2025-11-12T15:55:58.350" v="114"/>
          <ac:spMkLst>
            <pc:docMk/>
            <pc:sldMk cId="633404874" sldId="261"/>
            <ac:spMk id="7" creationId="{66DC4390-BE8A-C66F-8054-7E026E15726D}"/>
          </ac:spMkLst>
        </pc:spChg>
        <pc:spChg chg="add mod">
          <ac:chgData name="KALLAM Thirupatamma" userId="b87cf864dc0d41c6" providerId="Windows Live" clId="Web-{D1469991-ADBC-4F1D-9BB7-8765AD37D599}" dt="2025-11-12T15:59:46.617" v="169" actId="14100"/>
          <ac:spMkLst>
            <pc:docMk/>
            <pc:sldMk cId="633404874" sldId="261"/>
            <ac:spMk id="8" creationId="{59E6A5D7-5EAA-3D6C-0367-15510B791825}"/>
          </ac:spMkLst>
        </pc:spChg>
        <pc:picChg chg="add mod">
          <ac:chgData name="KALLAM Thirupatamma" userId="b87cf864dc0d41c6" providerId="Windows Live" clId="Web-{D1469991-ADBC-4F1D-9BB7-8765AD37D599}" dt="2025-11-12T16:00:51.231" v="175" actId="14100"/>
          <ac:picMkLst>
            <pc:docMk/>
            <pc:sldMk cId="633404874" sldId="261"/>
            <ac:picMk id="9" creationId="{DFC6D420-9664-8EC3-5353-E41CFD072BD5}"/>
          </ac:picMkLst>
        </pc:picChg>
      </pc:sldChg>
      <pc:sldChg chg="addSp modSp">
        <pc:chgData name="KALLAM Thirupatamma" userId="b87cf864dc0d41c6" providerId="Windows Live" clId="Web-{D1469991-ADBC-4F1D-9BB7-8765AD37D599}" dt="2025-11-12T16:03:21.505" v="207" actId="14100"/>
        <pc:sldMkLst>
          <pc:docMk/>
          <pc:sldMk cId="4082338732" sldId="262"/>
        </pc:sldMkLst>
        <pc:spChg chg="add mod">
          <ac:chgData name="KALLAM Thirupatamma" userId="b87cf864dc0d41c6" providerId="Windows Live" clId="Web-{D1469991-ADBC-4F1D-9BB7-8765AD37D599}" dt="2025-11-12T16:03:21.505" v="207" actId="14100"/>
          <ac:spMkLst>
            <pc:docMk/>
            <pc:sldMk cId="4082338732" sldId="262"/>
            <ac:spMk id="6" creationId="{77F03CB0-C020-495F-21A9-EA7E93DDB088}"/>
          </ac:spMkLst>
        </pc:spChg>
      </pc:sldChg>
      <pc:sldChg chg="addSp modSp">
        <pc:chgData name="KALLAM Thirupatamma" userId="b87cf864dc0d41c6" providerId="Windows Live" clId="Web-{D1469991-ADBC-4F1D-9BB7-8765AD37D599}" dt="2025-11-12T16:15:00.417" v="262" actId="14100"/>
        <pc:sldMkLst>
          <pc:docMk/>
          <pc:sldMk cId="2464829367" sldId="263"/>
        </pc:sldMkLst>
        <pc:spChg chg="add mod">
          <ac:chgData name="KALLAM Thirupatamma" userId="b87cf864dc0d41c6" providerId="Windows Live" clId="Web-{D1469991-ADBC-4F1D-9BB7-8765AD37D599}" dt="2025-11-12T16:14:27.382" v="257" actId="14100"/>
          <ac:spMkLst>
            <pc:docMk/>
            <pc:sldMk cId="2464829367" sldId="263"/>
            <ac:spMk id="6" creationId="{9F18069B-60EA-A5CC-620F-5A50E7AC9336}"/>
          </ac:spMkLst>
        </pc:spChg>
        <pc:picChg chg="add mod">
          <ac:chgData name="KALLAM Thirupatamma" userId="b87cf864dc0d41c6" providerId="Windows Live" clId="Web-{D1469991-ADBC-4F1D-9BB7-8765AD37D599}" dt="2025-11-12T16:15:00.417" v="262" actId="14100"/>
          <ac:picMkLst>
            <pc:docMk/>
            <pc:sldMk cId="2464829367" sldId="263"/>
            <ac:picMk id="7" creationId="{C03A042E-9DA3-08EC-90FE-1749A394C6EB}"/>
          </ac:picMkLst>
        </pc:picChg>
      </pc:sldChg>
    </pc:docChg>
  </pc:docChgLst>
  <pc:docChgLst>
    <pc:chgData name="KALLAM Thirupatamma" userId="b87cf864dc0d41c6" providerId="Windows Live" clId="Web-{3D0084A8-2E38-40D9-9B78-F50138B7B455}"/>
    <pc:docChg chg="modSld sldOrd">
      <pc:chgData name="KALLAM Thirupatamma" userId="b87cf864dc0d41c6" providerId="Windows Live" clId="Web-{3D0084A8-2E38-40D9-9B78-F50138B7B455}" dt="2025-11-12T16:24:58.450" v="52" actId="20577"/>
      <pc:docMkLst>
        <pc:docMk/>
      </pc:docMkLst>
      <pc:sldChg chg="modSp">
        <pc:chgData name="KALLAM Thirupatamma" userId="b87cf864dc0d41c6" providerId="Windows Live" clId="Web-{3D0084A8-2E38-40D9-9B78-F50138B7B455}" dt="2025-11-12T16:24:46.621" v="49" actId="20577"/>
        <pc:sldMkLst>
          <pc:docMk/>
          <pc:sldMk cId="734177055" sldId="260"/>
        </pc:sldMkLst>
        <pc:spChg chg="mod">
          <ac:chgData name="KALLAM Thirupatamma" userId="b87cf864dc0d41c6" providerId="Windows Live" clId="Web-{3D0084A8-2E38-40D9-9B78-F50138B7B455}" dt="2025-11-12T16:24:46.621" v="49" actId="20577"/>
          <ac:spMkLst>
            <pc:docMk/>
            <pc:sldMk cId="734177055" sldId="260"/>
            <ac:spMk id="9" creationId="{3A686CFB-675E-B0B2-9FFC-21547244D806}"/>
          </ac:spMkLst>
        </pc:spChg>
      </pc:sldChg>
      <pc:sldChg chg="modSp">
        <pc:chgData name="KALLAM Thirupatamma" userId="b87cf864dc0d41c6" providerId="Windows Live" clId="Web-{3D0084A8-2E38-40D9-9B78-F50138B7B455}" dt="2025-11-12T16:24:38.809" v="47" actId="20577"/>
        <pc:sldMkLst>
          <pc:docMk/>
          <pc:sldMk cId="633404874" sldId="261"/>
        </pc:sldMkLst>
        <pc:spChg chg="mod">
          <ac:chgData name="KALLAM Thirupatamma" userId="b87cf864dc0d41c6" providerId="Windows Live" clId="Web-{3D0084A8-2E38-40D9-9B78-F50138B7B455}" dt="2025-11-12T16:24:38.809" v="47" actId="20577"/>
          <ac:spMkLst>
            <pc:docMk/>
            <pc:sldMk cId="633404874" sldId="261"/>
            <ac:spMk id="8" creationId="{59E6A5D7-5EAA-3D6C-0367-15510B791825}"/>
          </ac:spMkLst>
        </pc:spChg>
      </pc:sldChg>
      <pc:sldChg chg="modSp">
        <pc:chgData name="KALLAM Thirupatamma" userId="b87cf864dc0d41c6" providerId="Windows Live" clId="Web-{3D0084A8-2E38-40D9-9B78-F50138B7B455}" dt="2025-11-12T16:24:25.902" v="44" actId="20577"/>
        <pc:sldMkLst>
          <pc:docMk/>
          <pc:sldMk cId="4082338732" sldId="262"/>
        </pc:sldMkLst>
        <pc:spChg chg="mod">
          <ac:chgData name="KALLAM Thirupatamma" userId="b87cf864dc0d41c6" providerId="Windows Live" clId="Web-{3D0084A8-2E38-40D9-9B78-F50138B7B455}" dt="2025-11-12T16:24:25.902" v="44" actId="20577"/>
          <ac:spMkLst>
            <pc:docMk/>
            <pc:sldMk cId="4082338732" sldId="262"/>
            <ac:spMk id="6" creationId="{77F03CB0-C020-495F-21A9-EA7E93DDB088}"/>
          </ac:spMkLst>
        </pc:spChg>
      </pc:sldChg>
      <pc:sldChg chg="modSp">
        <pc:chgData name="KALLAM Thirupatamma" userId="b87cf864dc0d41c6" providerId="Windows Live" clId="Web-{3D0084A8-2E38-40D9-9B78-F50138B7B455}" dt="2025-11-12T16:24:58.450" v="52" actId="20577"/>
        <pc:sldMkLst>
          <pc:docMk/>
          <pc:sldMk cId="2464829367" sldId="263"/>
        </pc:sldMkLst>
        <pc:spChg chg="mod">
          <ac:chgData name="KALLAM Thirupatamma" userId="b87cf864dc0d41c6" providerId="Windows Live" clId="Web-{3D0084A8-2E38-40D9-9B78-F50138B7B455}" dt="2025-11-12T16:24:58.450" v="52" actId="20577"/>
          <ac:spMkLst>
            <pc:docMk/>
            <pc:sldMk cId="2464829367" sldId="263"/>
            <ac:spMk id="6" creationId="{9F18069B-60EA-A5CC-620F-5A50E7AC9336}"/>
          </ac:spMkLst>
        </pc:spChg>
      </pc:sldChg>
      <pc:sldChg chg="addSp delSp modSp">
        <pc:chgData name="KALLAM Thirupatamma" userId="b87cf864dc0d41c6" providerId="Windows Live" clId="Web-{3D0084A8-2E38-40D9-9B78-F50138B7B455}" dt="2025-11-12T16:17:19.455" v="30" actId="20577"/>
        <pc:sldMkLst>
          <pc:docMk/>
          <pc:sldMk cId="4127183745" sldId="264"/>
        </pc:sldMkLst>
        <pc:spChg chg="add del mod">
          <ac:chgData name="KALLAM Thirupatamma" userId="b87cf864dc0d41c6" providerId="Windows Live" clId="Web-{3D0084A8-2E38-40D9-9B78-F50138B7B455}" dt="2025-11-12T16:16:05.140" v="3"/>
          <ac:spMkLst>
            <pc:docMk/>
            <pc:sldMk cId="4127183745" sldId="264"/>
            <ac:spMk id="6" creationId="{4F48B945-84A6-0591-AEC6-0FD06C671571}"/>
          </ac:spMkLst>
        </pc:spChg>
        <pc:spChg chg="add mod">
          <ac:chgData name="KALLAM Thirupatamma" userId="b87cf864dc0d41c6" providerId="Windows Live" clId="Web-{3D0084A8-2E38-40D9-9B78-F50138B7B455}" dt="2025-11-12T16:17:19.455" v="30" actId="20577"/>
          <ac:spMkLst>
            <pc:docMk/>
            <pc:sldMk cId="4127183745" sldId="264"/>
            <ac:spMk id="7" creationId="{B064B9A4-85A4-DEE3-349E-90EFA803AC64}"/>
          </ac:spMkLst>
        </pc:spChg>
      </pc:sldChg>
      <pc:sldChg chg="ord">
        <pc:chgData name="KALLAM Thirupatamma" userId="b87cf864dc0d41c6" providerId="Windows Live" clId="Web-{3D0084A8-2E38-40D9-9B78-F50138B7B455}" dt="2025-11-12T16:21:19.790" v="31"/>
        <pc:sldMkLst>
          <pc:docMk/>
          <pc:sldMk cId="2066344753" sldId="269"/>
        </pc:sldMkLst>
      </pc:sldChg>
    </pc:docChg>
  </pc:docChgLst>
  <pc:docChgLst>
    <pc:chgData name="KALLAM Thirupatamma" userId="b87cf864dc0d41c6" providerId="Windows Live" clId="Web-{A594E8F3-C2A2-495A-8BF2-9BB1E5C3198B}"/>
    <pc:docChg chg="addSld delSld modSld">
      <pc:chgData name="KALLAM Thirupatamma" userId="b87cf864dc0d41c6" providerId="Windows Live" clId="Web-{A594E8F3-C2A2-495A-8BF2-9BB1E5C3198B}" dt="2025-11-13T06:30:16.255" v="120"/>
      <pc:docMkLst>
        <pc:docMk/>
      </pc:docMkLst>
      <pc:sldChg chg="addSp modSp">
        <pc:chgData name="KALLAM Thirupatamma" userId="b87cf864dc0d41c6" providerId="Windows Live" clId="Web-{A594E8F3-C2A2-495A-8BF2-9BB1E5C3198B}" dt="2025-11-13T06:14:39.614" v="12" actId="14100"/>
        <pc:sldMkLst>
          <pc:docMk/>
          <pc:sldMk cId="3726933207" sldId="265"/>
        </pc:sldMkLst>
        <pc:picChg chg="add mod">
          <ac:chgData name="KALLAM Thirupatamma" userId="b87cf864dc0d41c6" providerId="Windows Live" clId="Web-{A594E8F3-C2A2-495A-8BF2-9BB1E5C3198B}" dt="2025-11-13T06:14:39.614" v="12" actId="14100"/>
          <ac:picMkLst>
            <pc:docMk/>
            <pc:sldMk cId="3726933207" sldId="265"/>
            <ac:picMk id="6" creationId="{AA578B33-D30A-0A13-F01E-3643B5888C2F}"/>
          </ac:picMkLst>
        </pc:picChg>
      </pc:sldChg>
      <pc:sldChg chg="addSp modSp">
        <pc:chgData name="KALLAM Thirupatamma" userId="b87cf864dc0d41c6" providerId="Windows Live" clId="Web-{A594E8F3-C2A2-495A-8BF2-9BB1E5C3198B}" dt="2025-11-13T06:17:45.633" v="34" actId="14100"/>
        <pc:sldMkLst>
          <pc:docMk/>
          <pc:sldMk cId="479308830" sldId="266"/>
        </pc:sldMkLst>
        <pc:spChg chg="add">
          <ac:chgData name="KALLAM Thirupatamma" userId="b87cf864dc0d41c6" providerId="Windows Live" clId="Web-{A594E8F3-C2A2-495A-8BF2-9BB1E5C3198B}" dt="2025-11-13T06:11:00.985" v="1"/>
          <ac:spMkLst>
            <pc:docMk/>
            <pc:sldMk cId="479308830" sldId="266"/>
            <ac:spMk id="5" creationId="{D7719E8E-D212-C71B-80A3-E2E13A38E621}"/>
          </ac:spMkLst>
        </pc:spChg>
        <pc:spChg chg="add mod">
          <ac:chgData name="KALLAM Thirupatamma" userId="b87cf864dc0d41c6" providerId="Windows Live" clId="Web-{A594E8F3-C2A2-495A-8BF2-9BB1E5C3198B}" dt="2025-11-13T06:17:04.913" v="26" actId="20577"/>
          <ac:spMkLst>
            <pc:docMk/>
            <pc:sldMk cId="479308830" sldId="266"/>
            <ac:spMk id="6" creationId="{32D48947-61F2-8EBB-443C-C437ACD1295C}"/>
          </ac:spMkLst>
        </pc:spChg>
        <pc:picChg chg="add mod">
          <ac:chgData name="KALLAM Thirupatamma" userId="b87cf864dc0d41c6" providerId="Windows Live" clId="Web-{A594E8F3-C2A2-495A-8BF2-9BB1E5C3198B}" dt="2025-11-13T06:17:45.633" v="34" actId="14100"/>
          <ac:picMkLst>
            <pc:docMk/>
            <pc:sldMk cId="479308830" sldId="266"/>
            <ac:picMk id="7" creationId="{36F77DFD-A4B9-1366-62A3-0BC1621D5A7C}"/>
          </ac:picMkLst>
        </pc:picChg>
      </pc:sldChg>
      <pc:sldChg chg="addSp modSp">
        <pc:chgData name="KALLAM Thirupatamma" userId="b87cf864dc0d41c6" providerId="Windows Live" clId="Web-{A594E8F3-C2A2-495A-8BF2-9BB1E5C3198B}" dt="2025-11-13T06:20:05.371" v="68" actId="14100"/>
        <pc:sldMkLst>
          <pc:docMk/>
          <pc:sldMk cId="1200503902" sldId="267"/>
        </pc:sldMkLst>
        <pc:spChg chg="add">
          <ac:chgData name="KALLAM Thirupatamma" userId="b87cf864dc0d41c6" providerId="Windows Live" clId="Web-{A594E8F3-C2A2-495A-8BF2-9BB1E5C3198B}" dt="2025-11-13T06:11:05.297" v="2"/>
          <ac:spMkLst>
            <pc:docMk/>
            <pc:sldMk cId="1200503902" sldId="267"/>
            <ac:spMk id="5" creationId="{054463B7-D1F9-658F-4522-3165A80ACDD6}"/>
          </ac:spMkLst>
        </pc:spChg>
        <pc:spChg chg="add mod">
          <ac:chgData name="KALLAM Thirupatamma" userId="b87cf864dc0d41c6" providerId="Windows Live" clId="Web-{A594E8F3-C2A2-495A-8BF2-9BB1E5C3198B}" dt="2025-11-13T06:18:55.649" v="48" actId="20577"/>
          <ac:spMkLst>
            <pc:docMk/>
            <pc:sldMk cId="1200503902" sldId="267"/>
            <ac:spMk id="6" creationId="{6B1475B7-2242-1CE8-85CB-CD0FF751B7E1}"/>
          </ac:spMkLst>
        </pc:spChg>
        <pc:spChg chg="add mod">
          <ac:chgData name="KALLAM Thirupatamma" userId="b87cf864dc0d41c6" providerId="Windows Live" clId="Web-{A594E8F3-C2A2-495A-8BF2-9BB1E5C3198B}" dt="2025-11-13T06:20:05.371" v="68" actId="14100"/>
          <ac:spMkLst>
            <pc:docMk/>
            <pc:sldMk cId="1200503902" sldId="267"/>
            <ac:spMk id="7" creationId="{BD371AC3-8D48-B313-E85C-7D894AA08AC6}"/>
          </ac:spMkLst>
        </pc:spChg>
      </pc:sldChg>
      <pc:sldChg chg="addSp delSp modSp">
        <pc:chgData name="KALLAM Thirupatamma" userId="b87cf864dc0d41c6" providerId="Windows Live" clId="Web-{A594E8F3-C2A2-495A-8BF2-9BB1E5C3198B}" dt="2025-11-13T06:30:06.599" v="118"/>
        <pc:sldMkLst>
          <pc:docMk/>
          <pc:sldMk cId="3830062181" sldId="268"/>
        </pc:sldMkLst>
        <pc:spChg chg="add">
          <ac:chgData name="KALLAM Thirupatamma" userId="b87cf864dc0d41c6" providerId="Windows Live" clId="Web-{A594E8F3-C2A2-495A-8BF2-9BB1E5C3198B}" dt="2025-11-13T06:11:14.219" v="3"/>
          <ac:spMkLst>
            <pc:docMk/>
            <pc:sldMk cId="3830062181" sldId="268"/>
            <ac:spMk id="5" creationId="{1CF3E668-1D3E-5B32-8B25-0D1A97ACAFA5}"/>
          </ac:spMkLst>
        </pc:spChg>
        <pc:spChg chg="add del mod">
          <ac:chgData name="KALLAM Thirupatamma" userId="b87cf864dc0d41c6" providerId="Windows Live" clId="Web-{A594E8F3-C2A2-495A-8BF2-9BB1E5C3198B}" dt="2025-11-13T06:20:32.639" v="72"/>
          <ac:spMkLst>
            <pc:docMk/>
            <pc:sldMk cId="3830062181" sldId="268"/>
            <ac:spMk id="6" creationId="{EB0E21F9-3DB5-154A-2A67-F7B254F9C798}"/>
          </ac:spMkLst>
        </pc:spChg>
        <pc:spChg chg="add mod">
          <ac:chgData name="KALLAM Thirupatamma" userId="b87cf864dc0d41c6" providerId="Windows Live" clId="Web-{A594E8F3-C2A2-495A-8BF2-9BB1E5C3198B}" dt="2025-11-13T06:29:13.347" v="113" actId="14100"/>
          <ac:spMkLst>
            <pc:docMk/>
            <pc:sldMk cId="3830062181" sldId="268"/>
            <ac:spMk id="7" creationId="{622F2561-4D82-14AF-754B-2A301ECF01F2}"/>
          </ac:spMkLst>
        </pc:spChg>
        <pc:spChg chg="add">
          <ac:chgData name="KALLAM Thirupatamma" userId="b87cf864dc0d41c6" providerId="Windows Live" clId="Web-{A594E8F3-C2A2-495A-8BF2-9BB1E5C3198B}" dt="2025-11-13T06:30:06.599" v="118"/>
          <ac:spMkLst>
            <pc:docMk/>
            <pc:sldMk cId="3830062181" sldId="268"/>
            <ac:spMk id="9" creationId="{2FC43484-840B-5FE2-E7BE-3AE0C6E7D052}"/>
          </ac:spMkLst>
        </pc:spChg>
      </pc:sldChg>
      <pc:sldChg chg="new del">
        <pc:chgData name="KALLAM Thirupatamma" userId="b87cf864dc0d41c6" providerId="Windows Live" clId="Web-{A594E8F3-C2A2-495A-8BF2-9BB1E5C3198B}" dt="2025-11-13T06:29:51.536" v="115"/>
        <pc:sldMkLst>
          <pc:docMk/>
          <pc:sldMk cId="1055953370" sldId="269"/>
        </pc:sldMkLst>
      </pc:sldChg>
      <pc:sldChg chg="del">
        <pc:chgData name="KALLAM Thirupatamma" userId="b87cf864dc0d41c6" providerId="Windows Live" clId="Web-{A594E8F3-C2A2-495A-8BF2-9BB1E5C3198B}" dt="2025-11-13T06:10:49.578" v="0"/>
        <pc:sldMkLst>
          <pc:docMk/>
          <pc:sldMk cId="2066344753" sldId="269"/>
        </pc:sldMkLst>
      </pc:sldChg>
      <pc:sldChg chg="addSp new">
        <pc:chgData name="KALLAM Thirupatamma" userId="b87cf864dc0d41c6" providerId="Windows Live" clId="Web-{A594E8F3-C2A2-495A-8BF2-9BB1E5C3198B}" dt="2025-11-13T06:30:16.255" v="120"/>
        <pc:sldMkLst>
          <pc:docMk/>
          <pc:sldMk cId="3526495691" sldId="269"/>
        </pc:sldMkLst>
        <pc:spChg chg="add">
          <ac:chgData name="KALLAM Thirupatamma" userId="b87cf864dc0d41c6" providerId="Windows Live" clId="Web-{A594E8F3-C2A2-495A-8BF2-9BB1E5C3198B}" dt="2025-11-13T06:30:00.786" v="117"/>
          <ac:spMkLst>
            <pc:docMk/>
            <pc:sldMk cId="3526495691" sldId="269"/>
            <ac:spMk id="3" creationId="{77636F15-2124-DF9B-BE4D-588ECD163886}"/>
          </ac:spMkLst>
        </pc:spChg>
        <pc:spChg chg="add">
          <ac:chgData name="KALLAM Thirupatamma" userId="b87cf864dc0d41c6" providerId="Windows Live" clId="Web-{A594E8F3-C2A2-495A-8BF2-9BB1E5C3198B}" dt="2025-11-13T06:30:08.630" v="119"/>
          <ac:spMkLst>
            <pc:docMk/>
            <pc:sldMk cId="3526495691" sldId="269"/>
            <ac:spMk id="5" creationId="{0EC2D217-AD90-7CC4-7A03-64F835BDECD8}"/>
          </ac:spMkLst>
        </pc:spChg>
        <pc:spChg chg="add">
          <ac:chgData name="KALLAM Thirupatamma" userId="b87cf864dc0d41c6" providerId="Windows Live" clId="Web-{A594E8F3-C2A2-495A-8BF2-9BB1E5C3198B}" dt="2025-11-13T06:30:16.255" v="120"/>
          <ac:spMkLst>
            <pc:docMk/>
            <pc:sldMk cId="3526495691" sldId="269"/>
            <ac:spMk id="7" creationId="{3407E3A2-9A95-D39C-E58C-4D32F59C98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809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0"/>
            <a:ext cx="18288000" cy="2367724"/>
            <a:chOff x="1219199" y="-1"/>
            <a:chExt cx="24384000" cy="3156966"/>
          </a:xfrm>
        </p:grpSpPr>
        <p:sp>
          <p:nvSpPr>
            <p:cNvPr id="3" name="Freeform 3"/>
            <p:cNvSpPr/>
            <p:nvPr/>
          </p:nvSpPr>
          <p:spPr>
            <a:xfrm>
              <a:off x="1219199" y="-1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B13B83-956F-3B47-EB27-708331646890}"/>
              </a:ext>
            </a:extLst>
          </p:cNvPr>
          <p:cNvSpPr txBox="1"/>
          <p:nvPr/>
        </p:nvSpPr>
        <p:spPr>
          <a:xfrm>
            <a:off x="4254796" y="1977171"/>
            <a:ext cx="1060952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Smarter Agriculture: Deep Learning-Based Multistage Detection of Leaf Diseases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404E3-2279-A453-F04B-189DEC71AE20}"/>
              </a:ext>
            </a:extLst>
          </p:cNvPr>
          <p:cNvSpPr txBox="1"/>
          <p:nvPr/>
        </p:nvSpPr>
        <p:spPr>
          <a:xfrm>
            <a:off x="6172200" y="1601025"/>
            <a:ext cx="90678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CMT Paper ID: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r>
              <a:rPr lang="en-IN" sz="2400" i="1" dirty="0">
                <a:latin typeface="Times New Roman"/>
                <a:cs typeface="Times New Roman"/>
              </a:rPr>
              <a:t>210</a:t>
            </a:r>
            <a:endParaRPr lang="en-IN" sz="24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EBE9C-0BFD-1DA5-9C32-6471C5E5493D}"/>
              </a:ext>
            </a:extLst>
          </p:cNvPr>
          <p:cNvSpPr txBox="1"/>
          <p:nvPr/>
        </p:nvSpPr>
        <p:spPr>
          <a:xfrm>
            <a:off x="1461978" y="3467100"/>
            <a:ext cx="3338622" cy="5201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Times New Roman"/>
                <a:cs typeface="Times New Roman"/>
              </a:rPr>
              <a:t>Authors Name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N. Tirumala Rao,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Venkata Ramesh,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Surya Prasad,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Nagaiah,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 Nabi,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Sravani Devi,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Sireesha Moturi</a:t>
            </a:r>
          </a:p>
          <a:p>
            <a:r>
              <a:rPr lang="en-US" sz="2200" b="1" dirty="0">
                <a:latin typeface="Times New Roman"/>
                <a:cs typeface="Times New Roman"/>
              </a:rPr>
              <a:t>Affiliation</a:t>
            </a:r>
            <a:r>
              <a:rPr lang="en-US" dirty="0"/>
              <a:t> </a:t>
            </a:r>
          </a:p>
          <a:p>
            <a:r>
              <a:rPr lang="en-US" dirty="0"/>
              <a:t>Dept. of CSE, </a:t>
            </a:r>
          </a:p>
          <a:p>
            <a:r>
              <a:rPr lang="en-US" dirty="0"/>
              <a:t>Narasaraopet Engineering College (1,2,3,4,5,7)</a:t>
            </a:r>
          </a:p>
          <a:p>
            <a:r>
              <a:rPr lang="en-US" dirty="0"/>
              <a:t>Department of Computer Science </a:t>
            </a:r>
            <a:r>
              <a:rPr lang="en-US" dirty="0" err="1"/>
              <a:t>Engineering,G.Narayanamma</a:t>
            </a:r>
            <a:r>
              <a:rPr lang="en-US" dirty="0"/>
              <a:t> Institute of Technology and Science(women), </a:t>
            </a:r>
            <a:r>
              <a:rPr lang="en-US" dirty="0" err="1"/>
              <a:t>Shaikpet,Hyderabad,Telangana,India</a:t>
            </a:r>
            <a:r>
              <a:rPr lang="en-US" dirty="0"/>
              <a:t>(6)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D9CB8-8B6F-3241-7B1F-9723D817B6B1}"/>
              </a:ext>
            </a:extLst>
          </p:cNvPr>
          <p:cNvSpPr txBox="1"/>
          <p:nvPr/>
        </p:nvSpPr>
        <p:spPr>
          <a:xfrm>
            <a:off x="11887200" y="3407033"/>
            <a:ext cx="3657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sz="2000" dirty="0"/>
              <a:t>Koyyalamudi Venkata Ramesh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 </a:t>
            </a:r>
          </a:p>
          <a:p>
            <a:r>
              <a:rPr lang="en-IN" sz="2400" dirty="0"/>
              <a:t>Bangaru Surya Prasad, </a:t>
            </a:r>
          </a:p>
          <a:p>
            <a:r>
              <a:rPr lang="en-IN" sz="2400" dirty="0" err="1"/>
              <a:t>Thullibilli</a:t>
            </a:r>
            <a:r>
              <a:rPr lang="en-IN" sz="2400" dirty="0"/>
              <a:t> Nagaiah,</a:t>
            </a:r>
            <a:br>
              <a:rPr lang="en-IN" sz="2400" dirty="0"/>
            </a:br>
            <a:r>
              <a:rPr lang="en-IN" sz="2400" dirty="0"/>
              <a:t>Shaik Abdul Nabi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08F901-D551-E680-4635-D9D6FD773EC7}"/>
              </a:ext>
            </a:extLst>
          </p:cNvPr>
          <p:cNvSpPr txBox="1"/>
          <p:nvPr/>
        </p:nvSpPr>
        <p:spPr>
          <a:xfrm>
            <a:off x="2502195" y="2886063"/>
            <a:ext cx="11213805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Content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❖Introduction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❖Problem Statements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❖Objectives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❖Methodology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❖Result &amp; Discussion </a:t>
            </a:r>
          </a:p>
          <a:p>
            <a:r>
              <a:rPr lang="en-IN" sz="2400" dirty="0">
                <a:latin typeface="Times New Roman"/>
                <a:cs typeface="Times New Roman"/>
              </a:rPr>
              <a:t>❖Conclusion &amp; Future Scope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4647E45C-F1CD-8AB8-9957-B7DBCCACFA03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7C010D4-627D-CA27-185E-14954FB2F1E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2">
            <a:extLst>
              <a:ext uri="{FF2B5EF4-FFF2-40B4-BE49-F238E27FC236}">
                <a16:creationId xmlns:a16="http://schemas.microsoft.com/office/drawing/2014/main" id="{848E0A1D-6337-9BA1-5038-7B939E106F32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018E420-4EB5-58B8-B700-67F8DA732836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A0F901-B708-741F-BC2D-A91D0B1A37D4}"/>
              </a:ext>
            </a:extLst>
          </p:cNvPr>
          <p:cNvSpPr txBox="1"/>
          <p:nvPr/>
        </p:nvSpPr>
        <p:spPr>
          <a:xfrm>
            <a:off x="1447800" y="2552700"/>
            <a:ext cx="12268200" cy="704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very important in India, and many farmers depend on it for their income.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leaf diseases spread quickly and can damage crops, causing big losses.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these diseases by hand takes time and needs trained experts.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farmers do not have access to experts, especially in rural areas.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leaf diseases helps in saving crops and improving yield.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computer vision can automatically detect diseases from leaf images.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models like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U-Net give high accuracy even with low-quality images.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builds a simple, fast, and accurate system to detect plant leaf diseases and support smarter farming.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47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AA3AA9-150D-5B6A-6000-7FAC87A1FF3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11B54E0-4D80-931C-CF08-983AA24D10F3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4A8DD3A-364A-76C9-30BB-60C94F83B94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B8ED2C8-CBFA-8788-C605-598605C3D68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A07438-20A4-F332-2A37-237AA932FAD1}"/>
              </a:ext>
            </a:extLst>
          </p:cNvPr>
          <p:cNvSpPr txBox="1"/>
          <p:nvPr/>
        </p:nvSpPr>
        <p:spPr>
          <a:xfrm>
            <a:off x="1295400" y="2628900"/>
            <a:ext cx="12420600" cy="519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find it difficult to identify plant leaf diseases early because symptoms often look similar.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is slow, depends on experts, and is not possible in many rural areas.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traditional methods are less accurate and fail under different lighting or weather conditions.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deep learning models work well but do not combine both classification and disease-area segmentation.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fast, accurate, and easy-to-use system that can detect and highlight leaf diseases from simple images.</a:t>
            </a:r>
          </a:p>
        </p:txBody>
      </p:sp>
    </p:spTree>
    <p:extLst>
      <p:ext uri="{BB962C8B-B14F-4D97-AF65-F5344CB8AC3E}">
        <p14:creationId xmlns:p14="http://schemas.microsoft.com/office/powerpoint/2010/main" val="324918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19593B-5DAA-3D0D-03FA-92645CFA99F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71197A-7237-11B9-4873-8C88EB8A8A5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F286D97-EF1B-6C00-9F18-48BAA359E3C1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37DC82-2543-B446-7638-D5546D3973A7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686CFB-675E-B0B2-9FFC-21547244D806}"/>
              </a:ext>
            </a:extLst>
          </p:cNvPr>
          <p:cNvSpPr txBox="1"/>
          <p:nvPr/>
        </p:nvSpPr>
        <p:spPr>
          <a:xfrm>
            <a:off x="1549941" y="2781300"/>
            <a:ext cx="12420600" cy="51966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Objectives: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accurate deep learning model that can identify different plant leaf diseases using images.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image quality through preprocessing methods like resizing, normalization, and denoising.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EfficientNet-B0 and segmentation techniques to correctly classify diseases and highlight the infected areas.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fast, lightweight, and reliable system that helps farmers detect plant diseases early and protect their crops.</a:t>
            </a:r>
          </a:p>
        </p:txBody>
      </p:sp>
    </p:spTree>
    <p:extLst>
      <p:ext uri="{BB962C8B-B14F-4D97-AF65-F5344CB8AC3E}">
        <p14:creationId xmlns:p14="http://schemas.microsoft.com/office/powerpoint/2010/main" val="73417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7DF89D-8956-20F2-EA87-E1B52D20C0D3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629C10-60E5-5088-2888-AA8EC79F2D0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B9B5DD2-F647-3AF7-79B3-57BDDD0A8D0A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B802B9-BD5E-6892-34D9-F0C0B7D26856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9E6A5D7-5EAA-3D6C-0367-15510B791825}"/>
              </a:ext>
            </a:extLst>
          </p:cNvPr>
          <p:cNvSpPr txBox="1"/>
          <p:nvPr/>
        </p:nvSpPr>
        <p:spPr>
          <a:xfrm>
            <a:off x="836537" y="2288812"/>
            <a:ext cx="9516141" cy="69249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Methodology :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b="1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Explainable Deep Learning Framework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methodology consists of four major stages: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b="1" dirty="0"/>
              <a:t>1️⃣ </a:t>
            </a:r>
            <a:r>
              <a:rPr lang="en-US" sz="2400" b="1" dirty="0"/>
              <a:t>Data Collection:</a:t>
            </a:r>
            <a:endParaRPr lang="en-US" sz="2400" b="1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images collected from 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89,000 images across 38 plant species and disease types.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both healthy leaves and multiple diseased leaves like blight, mildew, rot, and spots.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large, diverse, and real-world dataset suitable for training and testing the model.</a:t>
            </a: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b="1" dirty="0"/>
              <a:t>2️⃣ </a:t>
            </a:r>
            <a:r>
              <a:rPr lang="en-US" sz="2400" b="1" dirty="0"/>
              <a:t>Data Preprocessing:</a:t>
            </a:r>
            <a:endParaRPr lang="en-US" sz="2400" b="1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were resized and cleaned for uniform quality.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was removed, and brightness/contrast were improved.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images were removed, and some images were rotated/flipped for more variety.</a:t>
            </a:r>
          </a:p>
          <a:p>
            <a:endParaRPr lang="en-US" b="1" dirty="0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C751A3-3E2B-DA45-6ECA-3F5B33C8F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413" y="2367725"/>
            <a:ext cx="7327749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0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89B7F9-158C-3412-C57D-AAEF92B962E0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FF0540-BB2A-09AE-1B25-8CE2E02F583C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35117BC-54DD-2C41-0916-8DB3A8A72F9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0A3E2E3-EB94-B5CB-9C8B-E136F44A527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F03CB0-C020-495F-21A9-EA7E93DDB088}"/>
              </a:ext>
            </a:extLst>
          </p:cNvPr>
          <p:cNvSpPr txBox="1"/>
          <p:nvPr/>
        </p:nvSpPr>
        <p:spPr>
          <a:xfrm>
            <a:off x="1754373" y="2578396"/>
            <a:ext cx="11961627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3️⃣ </a:t>
            </a:r>
            <a:r>
              <a:rPr lang="en-US" sz="2400" b="1" dirty="0">
                <a:latin typeface="Times New Roman"/>
                <a:cs typeface="Times New Roman"/>
              </a:rPr>
              <a:t>Data Balancing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had different numbers of images in each class.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balanced the data so every class has the same number of images.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model learn fairly without favoring any class.</a:t>
            </a:r>
          </a:p>
          <a:p>
            <a:endParaRPr lang="en-US" sz="2400" dirty="0"/>
          </a:p>
          <a:p>
            <a:r>
              <a:rPr lang="en-US" sz="2400" b="1" dirty="0"/>
              <a:t>4️⃣ </a:t>
            </a:r>
            <a:r>
              <a:rPr lang="en-US" sz="2400" b="1" dirty="0">
                <a:latin typeface="Times New Roman"/>
                <a:cs typeface="Times New Roman"/>
              </a:rPr>
              <a:t>Model Development</a:t>
            </a:r>
          </a:p>
          <a:p>
            <a:pPr marL="228600" indent="-228600">
              <a:buFont typeface="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image quality using resizing, normalization, denoising, and CLAHE.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 Backbone: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deep features from leaf images with high accuracy and low computation.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PCFAN Feature Extractor: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detailed patterns and disease spots from the leaf surface.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Module (U-Net + Red Fox Optimization):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and highlights the infected regions on the leaf.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Layer: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the disease class based on extracted features.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33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7617F8-8DED-057E-E5FC-CE9F1A88542F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80F94B-6026-D4DF-108E-E3BAA5676AED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DA2A45D-1973-13E4-CE98-0730C82342A3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5E09D9-CCE8-F11D-7C17-D7D602F95619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18069B-60EA-A5CC-620F-5A50E7AC9336}"/>
              </a:ext>
            </a:extLst>
          </p:cNvPr>
          <p:cNvSpPr txBox="1"/>
          <p:nvPr/>
        </p:nvSpPr>
        <p:spPr>
          <a:xfrm>
            <a:off x="629645" y="2751390"/>
            <a:ext cx="10619269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Model Architecture (</a:t>
            </a:r>
            <a:r>
              <a:rPr lang="en-IN" sz="2400" b="1" dirty="0"/>
              <a:t>EfficientNet-B0 + U-Net + Attention</a:t>
            </a:r>
            <a:r>
              <a:rPr lang="en-US" sz="2400" b="1" dirty="0">
                <a:latin typeface="Times New Roman"/>
                <a:cs typeface="Times New Roman"/>
              </a:rPr>
              <a:t>):</a:t>
            </a:r>
          </a:p>
          <a:p>
            <a:pPr marL="228600" indent="-228600" algn="just">
              <a:buFont typeface=""/>
              <a:buChar char="•"/>
            </a:pPr>
            <a:r>
              <a:rPr lang="en-US" sz="2400" dirty="0"/>
              <a:t>The proposed model integrates EfficientNet-B0, a U-Net decoder, and an Attention mechanism.</a:t>
            </a:r>
          </a:p>
          <a:p>
            <a:pPr marL="228600" indent="-228600" algn="just">
              <a:buFont typeface=""/>
              <a:buChar char="•"/>
            </a:pPr>
            <a:r>
              <a:rPr lang="en-US" sz="2400" dirty="0"/>
              <a:t>Each component plays a specific role in feature extraction and disease localization::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400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 Backbone</a:t>
            </a:r>
            <a:endParaRPr lang="en-US" sz="24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important visual features from the leaf images.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fast and accurately even with low-resolution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/>
          </a:p>
          <a:p>
            <a:r>
              <a:rPr lang="en-US" b="1" dirty="0"/>
              <a:t>2️⃣ </a:t>
            </a:r>
            <a:r>
              <a:rPr lang="en-IN" sz="2400" b="1" dirty="0"/>
              <a:t>PCFAN / Feature Refinement</a:t>
            </a:r>
            <a:endParaRPr lang="en-US" sz="2400" b="1" dirty="0"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small disease patterns and texture details.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feature maps clearer for better detection.</a:t>
            </a:r>
          </a:p>
          <a:p>
            <a:endParaRPr lang="en-US" i="1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D2E10C-EC7C-B18C-6A03-7582B8B8C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5694" y="3790340"/>
            <a:ext cx="5812620" cy="27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2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C11E99-60EE-17A3-82AC-600409225684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3D860C-3EE6-B944-3EB0-613D2FB70886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E5B26CE-1FF1-6D60-C476-82F17FFA10FF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AF33F0-3A06-233E-4F73-E9C6A6652E75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064B9A4-85A4-DEE3-349E-90EFA803AC64}"/>
              </a:ext>
            </a:extLst>
          </p:cNvPr>
          <p:cNvSpPr txBox="1"/>
          <p:nvPr/>
        </p:nvSpPr>
        <p:spPr>
          <a:xfrm>
            <a:off x="1591519" y="2568133"/>
            <a:ext cx="12124481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  <a:endParaRPr lang="en-US" sz="24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the most important diseased regions of the leaf.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effect of background noise and unnecessary details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b="1" dirty="0"/>
              <a:t>4️⃣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Decoder </a:t>
            </a:r>
            <a:endParaRPr lang="en-US" sz="24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accident severity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features to produce a detailed segmentation mask.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exact infected area on the leaf.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5️⃣</a:t>
            </a:r>
            <a:r>
              <a:rPr lang="en-US" sz="2400" b="1" dirty="0"/>
              <a:t> Red Fox Optimization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Improves the segmented mask by refining edges and selecting the best disease regions.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6️⃣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Layer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Produces both the disease class label and the final segmented infected area.</a:t>
            </a:r>
            <a:br>
              <a:rPr lang="en-US" sz="2400" dirty="0"/>
            </a:b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6572A6F-25CA-38A3-75B7-9446439B6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183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1E3C4D-E25A-E9D5-694A-197222156AF1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D8B3F2-5881-23FD-E839-6ECD0EF268A1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024BA87-4432-8934-1F91-9F6C88719DF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1DE807-1489-AC08-575E-752B8994A594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05F3442-8F92-F17F-C3D5-02FA14D7FA10}"/>
              </a:ext>
            </a:extLst>
          </p:cNvPr>
          <p:cNvSpPr txBox="1"/>
          <p:nvPr/>
        </p:nvSpPr>
        <p:spPr>
          <a:xfrm>
            <a:off x="2658140" y="2113222"/>
            <a:ext cx="110578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3600" b="1" kern="1200">
                <a:solidFill>
                  <a:schemeClr val="tx1"/>
                </a:solidFill>
                <a:latin typeface="Neue Haas Grotesk Text Pro"/>
                <a:ea typeface="+mn-ea"/>
                <a:cs typeface="+mn-cs"/>
              </a:rPr>
              <a:t>Results and Analysis 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9A1CA-FAED-6CE1-4EB3-51DDD65D6D90}"/>
              </a:ext>
            </a:extLst>
          </p:cNvPr>
          <p:cNvSpPr txBox="1"/>
          <p:nvPr/>
        </p:nvSpPr>
        <p:spPr>
          <a:xfrm>
            <a:off x="1678330" y="3306019"/>
            <a:ext cx="655127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reaches 97.9% accuracy in detecting leaf diseases.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correctly identifies most diseases with high precision and recall.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clearly highlights the infected areas on each leaf.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classes include Powdery Mildew, Late Blight, and Septoria Spot.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similar-looking diseases are classified correctly with strong confidence.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the model is reliable, accurate, and suitable for real farming use.</a:t>
            </a:r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7B7F7-9647-BCDE-2CB5-933B42557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51" y="2953517"/>
            <a:ext cx="7241059" cy="480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3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55DCB59-0D61-E48F-107B-8293ECD05B19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6183210-F56B-E86D-C4CA-F5189BDF913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D7719E8E-D212-C71B-80A3-E2E13A38E621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48947-61F2-8EBB-443C-C437ACD1295C}"/>
              </a:ext>
            </a:extLst>
          </p:cNvPr>
          <p:cNvSpPr txBox="1"/>
          <p:nvPr/>
        </p:nvSpPr>
        <p:spPr>
          <a:xfrm>
            <a:off x="1343527" y="2576764"/>
            <a:ext cx="8402054" cy="5816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Performance Comparison of Proposed Model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shows consistently high scores across all plant disease classes.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and F1-score mostly stay above 0.95, proving strong accuracy.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values are close to 1.0, meaning the model is excellent at separating disease types.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like Powdery Mildew, Spider Mite, and Late Blight achieved the highest scores.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visually similar diseases show stable and reliable predictions.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graph shows that the proposed model performs uniformly well, without any major drop in any class.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E94BA7-8B04-B157-25F9-60B2F54F9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831" y="2292460"/>
            <a:ext cx="7565181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08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6A61C80F-9838-4883-7B91-0F006D5BB4D4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67413D5-9D25-7903-A5EA-053991C6E82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054463B7-D1F9-658F-4522-3165A80ACDD6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475B7-2242-1CE8-85CB-CD0FF751B7E1}"/>
              </a:ext>
            </a:extLst>
          </p:cNvPr>
          <p:cNvSpPr txBox="1"/>
          <p:nvPr/>
        </p:nvSpPr>
        <p:spPr>
          <a:xfrm>
            <a:off x="412750" y="3125747"/>
            <a:ext cx="873125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Conclusion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EfficientNet-B0 and U-Net based model accurately detects various plant leaf diseases.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attention-based feature refinement improved clarity and helped the model focus on infected regions.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high accuracy across all classes, proving reliable for real-world agricultural use.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can help farmers identify diseases early, reduce crop loss, and support smarter agriculture.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71AC3-8D48-B313-E85C-7D894AA08AC6}"/>
              </a:ext>
            </a:extLst>
          </p:cNvPr>
          <p:cNvSpPr txBox="1"/>
          <p:nvPr/>
        </p:nvSpPr>
        <p:spPr>
          <a:xfrm>
            <a:off x="10055225" y="3125747"/>
            <a:ext cx="687387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Future Scope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the model into a mobile app for real-time field diagnosis.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system to detect more crops and additional disease types.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drone and IoT integration for large-scale, automated crop monitoring.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503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FFD2D4C4-99CF-00E5-53D3-43EF9065FC7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06E0440-980D-3EF6-D598-DF48B7FED97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1CF3E668-1D3E-5B32-8B25-0D1A97ACAFA5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F2561-4D82-14AF-754B-2A301ECF01F2}"/>
              </a:ext>
            </a:extLst>
          </p:cNvPr>
          <p:cNvSpPr txBox="1"/>
          <p:nvPr/>
        </p:nvSpPr>
        <p:spPr>
          <a:xfrm>
            <a:off x="1285875" y="2571750"/>
            <a:ext cx="13446125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rtl="0"/>
            <a:r>
              <a:rPr lang="en-US" sz="2400" b="1" dirty="0">
                <a:latin typeface="Times New Roman"/>
                <a:ea typeface="Neue Haas Grotesk Text Pro"/>
                <a:cs typeface="Neue Haas Grotesk Text Pro"/>
              </a:rPr>
              <a:t> References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et al., “Deep Learning Techniques for Plant Disease Detection,” IEEE Access, 2024.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 et al., “Real-Time Leaf Disease Identification Using CNN Models,” ResearchGate, 2023.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 et al., “Deep Semantic Segmentation for Crop Disease Localization,” Springer, 2024.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 &amp; Singh, “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Classification of Plant Leaf Diseases,” Elsevier, 2023.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Mohanty et al., “Using Deep Learning for Accurate Plant Disease Classification,”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2016.</a:t>
            </a:r>
          </a:p>
          <a:p>
            <a:pPr marL="0" indent="-228600" rtl="0"/>
            <a:endParaRPr lang="en-US" dirty="0"/>
          </a:p>
          <a:p>
            <a:pPr marL="0" rtl="0"/>
            <a:r>
              <a:rPr lang="en-US" sz="2400" b="1" dirty="0">
                <a:latin typeface="Times New Roman"/>
                <a:ea typeface="Neue Haas Grotesk Text Pro"/>
                <a:cs typeface="Neue Haas Grotesk Text Pro"/>
              </a:rPr>
              <a:t>Acknowledgements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We sincerely thank our 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guide,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N. Tirumala Rao,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Professor &amp; Head, Department of CSE, for his continuous guidance and encouragement.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We extend our gratitude to the 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Department of Computer Science and Engineering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, </a:t>
            </a:r>
            <a:r>
              <a:rPr lang="en-US" sz="2000" b="1" dirty="0" err="1">
                <a:latin typeface="Neue Haas Grotesk Text Pro"/>
                <a:ea typeface="Neue Haas Grotesk Text Pro"/>
                <a:cs typeface="Neue Haas Grotesk Text Pro"/>
              </a:rPr>
              <a:t>Narasaraopeta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 Engineering College (Autonomous)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 for providing the necessary support and facilities.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We also thank our 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friends and family members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 for their motivation and help throughout the project.</a:t>
            </a:r>
            <a:endParaRPr lang="en-US" sz="2000" dirty="0"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Finally, we would like to thank the INCOWOCO 2025 Conference Committee for giving us the opportunity to present our research work on such a prestigious platform</a:t>
            </a: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9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2FC43484-840B-5FE2-E7BE-3AE0C6E7D052}"/>
              </a:ext>
            </a:extLst>
          </p:cNvPr>
          <p:cNvSpPr/>
          <p:nvPr/>
        </p:nvSpPr>
        <p:spPr>
          <a:xfrm>
            <a:off x="152401" y="15240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06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77636F15-2124-DF9B-BE4D-588ECD163886}"/>
              </a:ext>
            </a:extLst>
          </p:cNvPr>
          <p:cNvSpPr/>
          <p:nvPr/>
        </p:nvSpPr>
        <p:spPr>
          <a:xfrm>
            <a:off x="1" y="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0EC2D217-AD90-7CC4-7A03-64F835BDECD8}"/>
              </a:ext>
            </a:extLst>
          </p:cNvPr>
          <p:cNvSpPr/>
          <p:nvPr/>
        </p:nvSpPr>
        <p:spPr>
          <a:xfrm>
            <a:off x="152401" y="15240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3407E3A2-9A95-D39C-E58C-4D32F59C98A5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294EE-4894-5D36-F3E5-532026C8BCB5}"/>
              </a:ext>
            </a:extLst>
          </p:cNvPr>
          <p:cNvSpPr txBox="1"/>
          <p:nvPr/>
        </p:nvSpPr>
        <p:spPr>
          <a:xfrm>
            <a:off x="7305073" y="5113568"/>
            <a:ext cx="390066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Times New Roman"/>
                <a:ea typeface="Calibri"/>
                <a:cs typeface="Calibri"/>
              </a:rPr>
              <a:t>THANK YOU</a:t>
            </a:r>
            <a:endParaRPr lang="en-US" sz="44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49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1315</Words>
  <Application>Microsoft Office PowerPoint</Application>
  <PresentationFormat>Custom</PresentationFormat>
  <Paragraphs>174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Neue Haas Grotesk Text Pro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Participant template</dc:title>
  <cp:lastModifiedBy>venkata ramesh koyyalamudi</cp:lastModifiedBy>
  <cp:revision>105</cp:revision>
  <dcterms:created xsi:type="dcterms:W3CDTF">2006-08-16T00:00:00Z</dcterms:created>
  <dcterms:modified xsi:type="dcterms:W3CDTF">2025-11-13T15:45:08Z</dcterms:modified>
  <dc:identifier>DAG4ZDko4pY</dc:identifier>
</cp:coreProperties>
</file>